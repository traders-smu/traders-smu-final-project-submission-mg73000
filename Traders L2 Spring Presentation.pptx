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3" r:id="rId5"/>
    <p:sldMasterId id="2147483691" r:id="rId6"/>
    <p:sldMasterId id="2147483701" r:id="rId7"/>
  </p:sldMasterIdLst>
  <p:notesMasterIdLst>
    <p:notesMasterId r:id="rId21"/>
  </p:notesMasterIdLst>
  <p:handoutMasterIdLst>
    <p:handoutMasterId r:id="rId22"/>
  </p:handoutMasterIdLst>
  <p:sldIdLst>
    <p:sldId id="278" r:id="rId8"/>
    <p:sldId id="265" r:id="rId9"/>
    <p:sldId id="279" r:id="rId10"/>
    <p:sldId id="281" r:id="rId11"/>
    <p:sldId id="287" r:id="rId12"/>
    <p:sldId id="283" r:id="rId13"/>
    <p:sldId id="282" r:id="rId14"/>
    <p:sldId id="284" r:id="rId15"/>
    <p:sldId id="285" r:id="rId16"/>
    <p:sldId id="280" r:id="rId17"/>
    <p:sldId id="286" r:id="rId18"/>
    <p:sldId id="289" r:id="rId19"/>
    <p:sldId id="264"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7085"/>
    <a:srgbClr val="215F9A"/>
    <a:srgbClr val="0C111D"/>
    <a:srgbClr val="D3D3D3"/>
    <a:srgbClr val="026A94"/>
    <a:srgbClr val="2B3145"/>
    <a:srgbClr val="196B24"/>
    <a:srgbClr val="000000"/>
    <a:srgbClr val="A6A6A6"/>
    <a:srgbClr val="0026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B839F9-DA15-D224-5A62-C79B2D43794E}" v="43" dt="2025-04-30T20:27:29.115"/>
    <p1510:client id="{347A7B3C-9621-4D4A-8A32-8D0BA28E8B2E}" v="26" dt="2025-04-30T20:29:23.953"/>
    <p1510:client id="{42437E86-2559-2A5E-C048-264B565CFB26}" v="150" dt="2025-04-30T04:28:49.533"/>
    <p1510:client id="{ADA6A08E-DA15-13CE-56C0-27798D756B83}" v="11" dt="2025-04-30T04:08:45.332"/>
    <p1510:client id="{B0238C31-258B-03AA-304C-36AAAFB067D9}" v="222" dt="2025-04-30T12:47:18.379"/>
    <p1510:client id="{B2CB346A-B179-5C13-A1E2-10557083C75F}" v="14" dt="2025-04-30T20:49:08.318"/>
    <p1510:client id="{B2CDF41D-3E59-6CA8-FB79-CC73F5197FC9}" v="178" dt="2025-04-30T04:03:52.255"/>
    <p1510:client id="{B5E0B675-C2C1-2D9F-7513-E10DACB3F551}" v="27" dt="2025-04-30T14:55:02.409"/>
    <p1510:client id="{C23F1104-D9B5-5E0C-2C07-FB4F1C70FA17}" v="3792" dt="2025-04-30T20:10:08.207"/>
    <p1510:client id="{F5734811-E94A-4C46-9119-7C663644F175}" v="117" dt="2025-04-30T18:19:04.860"/>
    <p1510:client id="{FFCABE9E-691F-872F-66C7-8D2753A10DC2}" v="1080" dt="2025-04-30T20:49:49.61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ker, John" userId="S::jjparker@smu.edu::c6ec7c0a-df7c-46c1-bdf6-7f60c113eaca" providerId="AD" clId="Web-{C23F1104-D9B5-5E0C-2C07-FB4F1C70FA17}"/>
    <pc:docChg chg="addSld modSld sldOrd">
      <pc:chgData name="Parker, John" userId="S::jjparker@smu.edu::c6ec7c0a-df7c-46c1-bdf6-7f60c113eaca" providerId="AD" clId="Web-{C23F1104-D9B5-5E0C-2C07-FB4F1C70FA17}" dt="2025-04-30T20:10:08.207" v="3725" actId="20577"/>
      <pc:docMkLst>
        <pc:docMk/>
      </pc:docMkLst>
      <pc:sldChg chg="addSp delSp modSp">
        <pc:chgData name="Parker, John" userId="S::jjparker@smu.edu::c6ec7c0a-df7c-46c1-bdf6-7f60c113eaca" providerId="AD" clId="Web-{C23F1104-D9B5-5E0C-2C07-FB4F1C70FA17}" dt="2025-04-30T00:46:06.251" v="2336" actId="20577"/>
        <pc:sldMkLst>
          <pc:docMk/>
          <pc:sldMk cId="1505823097" sldId="265"/>
        </pc:sldMkLst>
        <pc:spChg chg="add del mod">
          <ac:chgData name="Parker, John" userId="S::jjparker@smu.edu::c6ec7c0a-df7c-46c1-bdf6-7f60c113eaca" providerId="AD" clId="Web-{C23F1104-D9B5-5E0C-2C07-FB4F1C70FA17}" dt="2025-04-30T00:46:06.251" v="2336" actId="20577"/>
          <ac:spMkLst>
            <pc:docMk/>
            <pc:sldMk cId="1505823097" sldId="265"/>
            <ac:spMk id="3" creationId="{67376405-A736-F70F-6BFC-69505CA7DFE0}"/>
          </ac:spMkLst>
        </pc:spChg>
        <pc:spChg chg="add del mod">
          <ac:chgData name="Parker, John" userId="S::jjparker@smu.edu::c6ec7c0a-df7c-46c1-bdf6-7f60c113eaca" providerId="AD" clId="Web-{C23F1104-D9B5-5E0C-2C07-FB4F1C70FA17}" dt="2025-04-29T21:43:07.171" v="16"/>
          <ac:spMkLst>
            <pc:docMk/>
            <pc:sldMk cId="1505823097" sldId="265"/>
            <ac:spMk id="6" creationId="{B762112A-F25D-8C1D-C106-90B5797ABFC1}"/>
          </ac:spMkLst>
        </pc:spChg>
      </pc:sldChg>
      <pc:sldChg chg="delSp modSp">
        <pc:chgData name="Parker, John" userId="S::jjparker@smu.edu::c6ec7c0a-df7c-46c1-bdf6-7f60c113eaca" providerId="AD" clId="Web-{C23F1104-D9B5-5E0C-2C07-FB4F1C70FA17}" dt="2025-04-30T18:32:12.859" v="3221"/>
        <pc:sldMkLst>
          <pc:docMk/>
          <pc:sldMk cId="1485909516" sldId="278"/>
        </pc:sldMkLst>
        <pc:spChg chg="mod">
          <ac:chgData name="Parker, John" userId="S::jjparker@smu.edu::c6ec7c0a-df7c-46c1-bdf6-7f60c113eaca" providerId="AD" clId="Web-{C23F1104-D9B5-5E0C-2C07-FB4F1C70FA17}" dt="2025-04-30T17:26:51.375" v="3093" actId="20577"/>
          <ac:spMkLst>
            <pc:docMk/>
            <pc:sldMk cId="1485909516" sldId="278"/>
            <ac:spMk id="3" creationId="{B4FDFE16-9A3E-3152-D929-C68158E4998E}"/>
          </ac:spMkLst>
        </pc:spChg>
        <pc:spChg chg="del">
          <ac:chgData name="Parker, John" userId="S::jjparker@smu.edu::c6ec7c0a-df7c-46c1-bdf6-7f60c113eaca" providerId="AD" clId="Web-{C23F1104-D9B5-5E0C-2C07-FB4F1C70FA17}" dt="2025-04-30T18:32:12.859" v="3221"/>
          <ac:spMkLst>
            <pc:docMk/>
            <pc:sldMk cId="1485909516" sldId="278"/>
            <ac:spMk id="4" creationId="{BE8DB9D5-247C-DD66-A9E9-DED0842B7033}"/>
          </ac:spMkLst>
        </pc:spChg>
      </pc:sldChg>
      <pc:sldChg chg="addSp delSp modSp">
        <pc:chgData name="Parker, John" userId="S::jjparker@smu.edu::c6ec7c0a-df7c-46c1-bdf6-7f60c113eaca" providerId="AD" clId="Web-{C23F1104-D9B5-5E0C-2C07-FB4F1C70FA17}" dt="2025-04-30T18:14:16.841" v="3209" actId="20577"/>
        <pc:sldMkLst>
          <pc:docMk/>
          <pc:sldMk cId="2204278369" sldId="279"/>
        </pc:sldMkLst>
        <pc:spChg chg="mod">
          <ac:chgData name="Parker, John" userId="S::jjparker@smu.edu::c6ec7c0a-df7c-46c1-bdf6-7f60c113eaca" providerId="AD" clId="Web-{C23F1104-D9B5-5E0C-2C07-FB4F1C70FA17}" dt="2025-04-30T18:14:16.841" v="3209" actId="20577"/>
          <ac:spMkLst>
            <pc:docMk/>
            <pc:sldMk cId="2204278369" sldId="279"/>
            <ac:spMk id="2" creationId="{56140C4E-4396-0F28-5699-21BA9AFF53C9}"/>
          </ac:spMkLst>
        </pc:spChg>
        <pc:spChg chg="del mod">
          <ac:chgData name="Parker, John" userId="S::jjparker@smu.edu::c6ec7c0a-df7c-46c1-bdf6-7f60c113eaca" providerId="AD" clId="Web-{C23F1104-D9B5-5E0C-2C07-FB4F1C70FA17}" dt="2025-04-30T00:48:46.818" v="2338"/>
          <ac:spMkLst>
            <pc:docMk/>
            <pc:sldMk cId="2204278369" sldId="279"/>
            <ac:spMk id="3" creationId="{B459024D-4E10-F5C5-8178-BBD9C3E290C0}"/>
          </ac:spMkLst>
        </pc:spChg>
        <pc:spChg chg="mod">
          <ac:chgData name="Parker, John" userId="S::jjparker@smu.edu::c6ec7c0a-df7c-46c1-bdf6-7f60c113eaca" providerId="AD" clId="Web-{C23F1104-D9B5-5E0C-2C07-FB4F1C70FA17}" dt="2025-04-30T18:06:23.777" v="3128" actId="1076"/>
          <ac:spMkLst>
            <pc:docMk/>
            <pc:sldMk cId="2204278369" sldId="279"/>
            <ac:spMk id="7" creationId="{4CF7641E-D0B3-D101-4D4C-AE40BA767BDF}"/>
          </ac:spMkLst>
        </pc:spChg>
        <pc:spChg chg="mod">
          <ac:chgData name="Parker, John" userId="S::jjparker@smu.edu::c6ec7c0a-df7c-46c1-bdf6-7f60c113eaca" providerId="AD" clId="Web-{C23F1104-D9B5-5E0C-2C07-FB4F1C70FA17}" dt="2025-04-30T18:06:20.621" v="3127" actId="1076"/>
          <ac:spMkLst>
            <pc:docMk/>
            <pc:sldMk cId="2204278369" sldId="279"/>
            <ac:spMk id="9" creationId="{AD7FF7C5-C716-DC9B-C91E-8318E745802B}"/>
          </ac:spMkLst>
        </pc:spChg>
        <pc:picChg chg="add mod">
          <ac:chgData name="Parker, John" userId="S::jjparker@smu.edu::c6ec7c0a-df7c-46c1-bdf6-7f60c113eaca" providerId="AD" clId="Web-{C23F1104-D9B5-5E0C-2C07-FB4F1C70FA17}" dt="2025-04-30T03:51:30.765" v="2986" actId="14100"/>
          <ac:picMkLst>
            <pc:docMk/>
            <pc:sldMk cId="2204278369" sldId="279"/>
            <ac:picMk id="3" creationId="{BE462CA0-4F5D-CDFF-5236-84109B929B14}"/>
          </ac:picMkLst>
        </pc:picChg>
        <pc:picChg chg="add mod ord">
          <ac:chgData name="Parker, John" userId="S::jjparker@smu.edu::c6ec7c0a-df7c-46c1-bdf6-7f60c113eaca" providerId="AD" clId="Web-{C23F1104-D9B5-5E0C-2C07-FB4F1C70FA17}" dt="2025-04-30T00:48:52.037" v="2339" actId="1076"/>
          <ac:picMkLst>
            <pc:docMk/>
            <pc:sldMk cId="2204278369" sldId="279"/>
            <ac:picMk id="6" creationId="{CF524639-BC2D-0916-6346-0B48C20639E4}"/>
          </ac:picMkLst>
        </pc:picChg>
      </pc:sldChg>
      <pc:sldChg chg="modSp ord">
        <pc:chgData name="Parker, John" userId="S::jjparker@smu.edu::c6ec7c0a-df7c-46c1-bdf6-7f60c113eaca" providerId="AD" clId="Web-{C23F1104-D9B5-5E0C-2C07-FB4F1C70FA17}" dt="2025-04-30T18:42:14.923" v="3391" actId="20577"/>
        <pc:sldMkLst>
          <pc:docMk/>
          <pc:sldMk cId="2012267991" sldId="280"/>
        </pc:sldMkLst>
        <pc:spChg chg="mod">
          <ac:chgData name="Parker, John" userId="S::jjparker@smu.edu::c6ec7c0a-df7c-46c1-bdf6-7f60c113eaca" providerId="AD" clId="Web-{C23F1104-D9B5-5E0C-2C07-FB4F1C70FA17}" dt="2025-04-30T00:38:30.987" v="2183" actId="20577"/>
          <ac:spMkLst>
            <pc:docMk/>
            <pc:sldMk cId="2012267991" sldId="280"/>
            <ac:spMk id="8" creationId="{227667D5-5935-CE03-825F-BA74CFB52F59}"/>
          </ac:spMkLst>
        </pc:spChg>
        <pc:spChg chg="mod">
          <ac:chgData name="Parker, John" userId="S::jjparker@smu.edu::c6ec7c0a-df7c-46c1-bdf6-7f60c113eaca" providerId="AD" clId="Web-{C23F1104-D9B5-5E0C-2C07-FB4F1C70FA17}" dt="2025-04-30T18:42:14.923" v="3391" actId="20577"/>
          <ac:spMkLst>
            <pc:docMk/>
            <pc:sldMk cId="2012267991" sldId="280"/>
            <ac:spMk id="9" creationId="{7E653C0D-868B-9F63-0E72-191ABEBFF3BE}"/>
          </ac:spMkLst>
        </pc:spChg>
      </pc:sldChg>
      <pc:sldChg chg="addSp delSp modSp">
        <pc:chgData name="Parker, John" userId="S::jjparker@smu.edu::c6ec7c0a-df7c-46c1-bdf6-7f60c113eaca" providerId="AD" clId="Web-{C23F1104-D9B5-5E0C-2C07-FB4F1C70FA17}" dt="2025-04-30T18:34:22.063" v="3227" actId="20577"/>
        <pc:sldMkLst>
          <pc:docMk/>
          <pc:sldMk cId="1553780581" sldId="281"/>
        </pc:sldMkLst>
        <pc:spChg chg="del mod">
          <ac:chgData name="Parker, John" userId="S::jjparker@smu.edu::c6ec7c0a-df7c-46c1-bdf6-7f60c113eaca" providerId="AD" clId="Web-{C23F1104-D9B5-5E0C-2C07-FB4F1C70FA17}" dt="2025-04-29T21:51:09.485" v="69"/>
          <ac:spMkLst>
            <pc:docMk/>
            <pc:sldMk cId="1553780581" sldId="281"/>
            <ac:spMk id="2" creationId="{AA3F5403-87C2-79B7-EE1C-82972262F78B}"/>
          </ac:spMkLst>
        </pc:spChg>
        <pc:spChg chg="mod">
          <ac:chgData name="Parker, John" userId="S::jjparker@smu.edu::c6ec7c0a-df7c-46c1-bdf6-7f60c113eaca" providerId="AD" clId="Web-{C23F1104-D9B5-5E0C-2C07-FB4F1C70FA17}" dt="2025-04-30T18:34:22.063" v="3227" actId="20577"/>
          <ac:spMkLst>
            <pc:docMk/>
            <pc:sldMk cId="1553780581" sldId="281"/>
            <ac:spMk id="3" creationId="{A05A9964-EC18-123D-7631-07E1F0366AF6}"/>
          </ac:spMkLst>
        </pc:spChg>
        <pc:spChg chg="mod">
          <ac:chgData name="Parker, John" userId="S::jjparker@smu.edu::c6ec7c0a-df7c-46c1-bdf6-7f60c113eaca" providerId="AD" clId="Web-{C23F1104-D9B5-5E0C-2C07-FB4F1C70FA17}" dt="2025-04-29T22:03:05.431" v="372" actId="20577"/>
          <ac:spMkLst>
            <pc:docMk/>
            <pc:sldMk cId="1553780581" sldId="281"/>
            <ac:spMk id="6" creationId="{5E1D4230-62B1-BE1B-FF12-9CD68353CC4D}"/>
          </ac:spMkLst>
        </pc:spChg>
        <pc:spChg chg="add mod">
          <ac:chgData name="Parker, John" userId="S::jjparker@smu.edu::c6ec7c0a-df7c-46c1-bdf6-7f60c113eaca" providerId="AD" clId="Web-{C23F1104-D9B5-5E0C-2C07-FB4F1C70FA17}" dt="2025-04-30T18:32:53.594" v="3225" actId="20577"/>
          <ac:spMkLst>
            <pc:docMk/>
            <pc:sldMk cId="1553780581" sldId="281"/>
            <ac:spMk id="8" creationId="{F31D00E4-542D-4247-11C3-EDA683618ED0}"/>
          </ac:spMkLst>
        </pc:spChg>
        <pc:spChg chg="del mod">
          <ac:chgData name="Parker, John" userId="S::jjparker@smu.edu::c6ec7c0a-df7c-46c1-bdf6-7f60c113eaca" providerId="AD" clId="Web-{C23F1104-D9B5-5E0C-2C07-FB4F1C70FA17}" dt="2025-04-30T18:02:03.558" v="3096"/>
          <ac:spMkLst>
            <pc:docMk/>
            <pc:sldMk cId="1553780581" sldId="281"/>
            <ac:spMk id="9" creationId="{A9773001-D8DB-7910-347A-62EA29448C22}"/>
          </ac:spMkLst>
        </pc:spChg>
        <pc:picChg chg="del">
          <ac:chgData name="Parker, John" userId="S::jjparker@smu.edu::c6ec7c0a-df7c-46c1-bdf6-7f60c113eaca" providerId="AD" clId="Web-{C23F1104-D9B5-5E0C-2C07-FB4F1C70FA17}" dt="2025-04-30T18:02:04.855" v="3097"/>
          <ac:picMkLst>
            <pc:docMk/>
            <pc:sldMk cId="1553780581" sldId="281"/>
            <ac:picMk id="2" creationId="{AAB149C1-AC82-304A-3666-BCD5DD51C8AF}"/>
          </ac:picMkLst>
        </pc:picChg>
      </pc:sldChg>
      <pc:sldChg chg="modSp ord">
        <pc:chgData name="Parker, John" userId="S::jjparker@smu.edu::c6ec7c0a-df7c-46c1-bdf6-7f60c113eaca" providerId="AD" clId="Web-{C23F1104-D9B5-5E0C-2C07-FB4F1C70FA17}" dt="2025-04-30T18:41:54.923" v="3359" actId="20577"/>
        <pc:sldMkLst>
          <pc:docMk/>
          <pc:sldMk cId="1342484564" sldId="282"/>
        </pc:sldMkLst>
        <pc:spChg chg="mod">
          <ac:chgData name="Parker, John" userId="S::jjparker@smu.edu::c6ec7c0a-df7c-46c1-bdf6-7f60c113eaca" providerId="AD" clId="Web-{C23F1104-D9B5-5E0C-2C07-FB4F1C70FA17}" dt="2025-04-30T04:35:51.105" v="3030"/>
          <ac:spMkLst>
            <pc:docMk/>
            <pc:sldMk cId="1342484564" sldId="282"/>
            <ac:spMk id="2" creationId="{9641E25F-FAFB-2D56-682E-951A6F9C63E0}"/>
          </ac:spMkLst>
        </pc:spChg>
        <pc:spChg chg="mod">
          <ac:chgData name="Parker, John" userId="S::jjparker@smu.edu::c6ec7c0a-df7c-46c1-bdf6-7f60c113eaca" providerId="AD" clId="Web-{C23F1104-D9B5-5E0C-2C07-FB4F1C70FA17}" dt="2025-04-30T18:41:54.923" v="3359" actId="20577"/>
          <ac:spMkLst>
            <pc:docMk/>
            <pc:sldMk cId="1342484564" sldId="282"/>
            <ac:spMk id="4" creationId="{286D5912-F13E-5659-F9E9-D7B5AD7BD493}"/>
          </ac:spMkLst>
        </pc:spChg>
      </pc:sldChg>
      <pc:sldChg chg="modSp">
        <pc:chgData name="Parker, John" userId="S::jjparker@smu.edu::c6ec7c0a-df7c-46c1-bdf6-7f60c113eaca" providerId="AD" clId="Web-{C23F1104-D9B5-5E0C-2C07-FB4F1C70FA17}" dt="2025-04-30T18:06:51.027" v="3136" actId="20577"/>
        <pc:sldMkLst>
          <pc:docMk/>
          <pc:sldMk cId="2380657699" sldId="283"/>
        </pc:sldMkLst>
        <pc:spChg chg="mod">
          <ac:chgData name="Parker, John" userId="S::jjparker@smu.edu::c6ec7c0a-df7c-46c1-bdf6-7f60c113eaca" providerId="AD" clId="Web-{C23F1104-D9B5-5E0C-2C07-FB4F1C70FA17}" dt="2025-04-30T18:06:51.027" v="3136" actId="20577"/>
          <ac:spMkLst>
            <pc:docMk/>
            <pc:sldMk cId="2380657699" sldId="283"/>
            <ac:spMk id="5" creationId="{A5B9FEDE-958E-380E-E4D0-D718D0FA795C}"/>
          </ac:spMkLst>
        </pc:spChg>
      </pc:sldChg>
      <pc:sldChg chg="modSp">
        <pc:chgData name="Parker, John" userId="S::jjparker@smu.edu::c6ec7c0a-df7c-46c1-bdf6-7f60c113eaca" providerId="AD" clId="Web-{C23F1104-D9B5-5E0C-2C07-FB4F1C70FA17}" dt="2025-04-30T04:35:41.260" v="3029"/>
        <pc:sldMkLst>
          <pc:docMk/>
          <pc:sldMk cId="4037213130" sldId="284"/>
        </pc:sldMkLst>
        <pc:spChg chg="mod">
          <ac:chgData name="Parker, John" userId="S::jjparker@smu.edu::c6ec7c0a-df7c-46c1-bdf6-7f60c113eaca" providerId="AD" clId="Web-{C23F1104-D9B5-5E0C-2C07-FB4F1C70FA17}" dt="2025-04-30T04:35:41.260" v="3029"/>
          <ac:spMkLst>
            <pc:docMk/>
            <pc:sldMk cId="4037213130" sldId="284"/>
            <ac:spMk id="13" creationId="{3E85A579-5757-DD7C-6719-C8ADEF625550}"/>
          </ac:spMkLst>
        </pc:spChg>
      </pc:sldChg>
      <pc:sldChg chg="modSp">
        <pc:chgData name="Parker, John" userId="S::jjparker@smu.edu::c6ec7c0a-df7c-46c1-bdf6-7f60c113eaca" providerId="AD" clId="Web-{C23F1104-D9B5-5E0C-2C07-FB4F1C70FA17}" dt="2025-04-30T18:41:59.955" v="3360" actId="20577"/>
        <pc:sldMkLst>
          <pc:docMk/>
          <pc:sldMk cId="2517665764" sldId="285"/>
        </pc:sldMkLst>
        <pc:spChg chg="mod">
          <ac:chgData name="Parker, John" userId="S::jjparker@smu.edu::c6ec7c0a-df7c-46c1-bdf6-7f60c113eaca" providerId="AD" clId="Web-{C23F1104-D9B5-5E0C-2C07-FB4F1C70FA17}" dt="2025-04-30T18:41:59.955" v="3360" actId="20577"/>
          <ac:spMkLst>
            <pc:docMk/>
            <pc:sldMk cId="2517665764" sldId="285"/>
            <ac:spMk id="4" creationId="{05BD128F-EF93-9D02-9059-98340F64BCA3}"/>
          </ac:spMkLst>
        </pc:spChg>
      </pc:sldChg>
      <pc:sldChg chg="modSp">
        <pc:chgData name="Parker, John" userId="S::jjparker@smu.edu::c6ec7c0a-df7c-46c1-bdf6-7f60c113eaca" providerId="AD" clId="Web-{C23F1104-D9B5-5E0C-2C07-FB4F1C70FA17}" dt="2025-04-30T18:42:32.080" v="3421" actId="20577"/>
        <pc:sldMkLst>
          <pc:docMk/>
          <pc:sldMk cId="640192725" sldId="286"/>
        </pc:sldMkLst>
        <pc:spChg chg="mod">
          <ac:chgData name="Parker, John" userId="S::jjparker@smu.edu::c6ec7c0a-df7c-46c1-bdf6-7f60c113eaca" providerId="AD" clId="Web-{C23F1104-D9B5-5E0C-2C07-FB4F1C70FA17}" dt="2025-04-30T03:34:15.059" v="2578" actId="20577"/>
          <ac:spMkLst>
            <pc:docMk/>
            <pc:sldMk cId="640192725" sldId="286"/>
            <ac:spMk id="2" creationId="{1DFCA76D-CE78-4CB6-69B4-2859EAAFFD6C}"/>
          </ac:spMkLst>
        </pc:spChg>
        <pc:spChg chg="mod">
          <ac:chgData name="Parker, John" userId="S::jjparker@smu.edu::c6ec7c0a-df7c-46c1-bdf6-7f60c113eaca" providerId="AD" clId="Web-{C23F1104-D9B5-5E0C-2C07-FB4F1C70FA17}" dt="2025-04-30T18:42:32.080" v="3421" actId="20577"/>
          <ac:spMkLst>
            <pc:docMk/>
            <pc:sldMk cId="640192725" sldId="286"/>
            <ac:spMk id="4" creationId="{EC254CDF-4E20-544B-2949-1E810D54248A}"/>
          </ac:spMkLst>
        </pc:spChg>
        <pc:picChg chg="mod">
          <ac:chgData name="Parker, John" userId="S::jjparker@smu.edu::c6ec7c0a-df7c-46c1-bdf6-7f60c113eaca" providerId="AD" clId="Web-{C23F1104-D9B5-5E0C-2C07-FB4F1C70FA17}" dt="2025-04-30T01:01:43.484" v="2562" actId="1076"/>
          <ac:picMkLst>
            <pc:docMk/>
            <pc:sldMk cId="640192725" sldId="286"/>
            <ac:picMk id="8" creationId="{ECBA0182-1193-FF1A-82EC-67C1037B0292}"/>
          </ac:picMkLst>
        </pc:picChg>
      </pc:sldChg>
      <pc:sldChg chg="addSp delSp modSp new ord">
        <pc:chgData name="Parker, John" userId="S::jjparker@smu.edu::c6ec7c0a-df7c-46c1-bdf6-7f60c113eaca" providerId="AD" clId="Web-{C23F1104-D9B5-5E0C-2C07-FB4F1C70FA17}" dt="2025-04-30T20:10:08.207" v="3725" actId="20577"/>
        <pc:sldMkLst>
          <pc:docMk/>
          <pc:sldMk cId="3332574631" sldId="287"/>
        </pc:sldMkLst>
        <pc:spChg chg="mod">
          <ac:chgData name="Parker, John" userId="S::jjparker@smu.edu::c6ec7c0a-df7c-46c1-bdf6-7f60c113eaca" providerId="AD" clId="Web-{C23F1104-D9B5-5E0C-2C07-FB4F1C70FA17}" dt="2025-04-30T18:35:42.703" v="3239" actId="1076"/>
          <ac:spMkLst>
            <pc:docMk/>
            <pc:sldMk cId="3332574631" sldId="287"/>
            <ac:spMk id="2" creationId="{40DDB57A-7D7F-D54E-35CF-8632F1266406}"/>
          </ac:spMkLst>
        </pc:spChg>
        <pc:spChg chg="mod">
          <ac:chgData name="Parker, John" userId="S::jjparker@smu.edu::c6ec7c0a-df7c-46c1-bdf6-7f60c113eaca" providerId="AD" clId="Web-{C23F1104-D9B5-5E0C-2C07-FB4F1C70FA17}" dt="2025-04-30T20:10:08.207" v="3725" actId="20577"/>
          <ac:spMkLst>
            <pc:docMk/>
            <pc:sldMk cId="3332574631" sldId="287"/>
            <ac:spMk id="3" creationId="{4A9DF7C3-6CD4-299A-8FBF-A3AB34941D7A}"/>
          </ac:spMkLst>
        </pc:spChg>
        <pc:spChg chg="mod">
          <ac:chgData name="Parker, John" userId="S::jjparker@smu.edu::c6ec7c0a-df7c-46c1-bdf6-7f60c113eaca" providerId="AD" clId="Web-{C23F1104-D9B5-5E0C-2C07-FB4F1C70FA17}" dt="2025-04-30T18:42:21.251" v="3407" actId="20577"/>
          <ac:spMkLst>
            <pc:docMk/>
            <pc:sldMk cId="3332574631" sldId="287"/>
            <ac:spMk id="4" creationId="{DC862B02-7CD2-6B99-623E-B09C0FC1FCFC}"/>
          </ac:spMkLst>
        </pc:spChg>
        <pc:spChg chg="mod">
          <ac:chgData name="Parker, John" userId="S::jjparker@smu.edu::c6ec7c0a-df7c-46c1-bdf6-7f60c113eaca" providerId="AD" clId="Web-{C23F1104-D9B5-5E0C-2C07-FB4F1C70FA17}" dt="2025-04-30T18:37:21.188" v="3246" actId="20577"/>
          <ac:spMkLst>
            <pc:docMk/>
            <pc:sldMk cId="3332574631" sldId="287"/>
            <ac:spMk id="6" creationId="{D3954B75-45E6-CC35-B622-787A79E2264B}"/>
          </ac:spMkLst>
        </pc:spChg>
        <pc:spChg chg="add del mod">
          <ac:chgData name="Parker, John" userId="S::jjparker@smu.edu::c6ec7c0a-df7c-46c1-bdf6-7f60c113eaca" providerId="AD" clId="Web-{C23F1104-D9B5-5E0C-2C07-FB4F1C70FA17}" dt="2025-04-30T18:34:55.563" v="3233"/>
          <ac:spMkLst>
            <pc:docMk/>
            <pc:sldMk cId="3332574631" sldId="287"/>
            <ac:spMk id="7" creationId="{3C802C05-F4BA-F602-B460-BA218B39A7D2}"/>
          </ac:spMkLst>
        </pc:spChg>
        <pc:spChg chg="add del mod">
          <ac:chgData name="Parker, John" userId="S::jjparker@smu.edu::c6ec7c0a-df7c-46c1-bdf6-7f60c113eaca" providerId="AD" clId="Web-{C23F1104-D9B5-5E0C-2C07-FB4F1C70FA17}" dt="2025-04-30T18:34:55.563" v="3232"/>
          <ac:spMkLst>
            <pc:docMk/>
            <pc:sldMk cId="3332574631" sldId="287"/>
            <ac:spMk id="8" creationId="{090DA2B9-74B9-5B05-D864-07D346AEDAEF}"/>
          </ac:spMkLst>
        </pc:spChg>
        <pc:spChg chg="add del mod">
          <ac:chgData name="Parker, John" userId="S::jjparker@smu.edu::c6ec7c0a-df7c-46c1-bdf6-7f60c113eaca" providerId="AD" clId="Web-{C23F1104-D9B5-5E0C-2C07-FB4F1C70FA17}" dt="2025-04-30T18:34:55.563" v="3231"/>
          <ac:spMkLst>
            <pc:docMk/>
            <pc:sldMk cId="3332574631" sldId="287"/>
            <ac:spMk id="9" creationId="{3DEB9B6E-F9F1-7756-F254-2334929D2D9A}"/>
          </ac:spMkLst>
        </pc:spChg>
      </pc:sldChg>
      <pc:sldChg chg="modSp">
        <pc:chgData name="Parker, John" userId="S::jjparker@smu.edu::c6ec7c0a-df7c-46c1-bdf6-7f60c113eaca" providerId="AD" clId="Web-{C23F1104-D9B5-5E0C-2C07-FB4F1C70FA17}" dt="2025-04-30T18:42:06.376" v="3374" actId="20577"/>
        <pc:sldMkLst>
          <pc:docMk/>
          <pc:sldMk cId="1058118415" sldId="288"/>
        </pc:sldMkLst>
        <pc:spChg chg="mod">
          <ac:chgData name="Parker, John" userId="S::jjparker@smu.edu::c6ec7c0a-df7c-46c1-bdf6-7f60c113eaca" providerId="AD" clId="Web-{C23F1104-D9B5-5E0C-2C07-FB4F1C70FA17}" dt="2025-04-30T18:42:06.376" v="3374" actId="20577"/>
          <ac:spMkLst>
            <pc:docMk/>
            <pc:sldMk cId="1058118415" sldId="288"/>
            <ac:spMk id="4" creationId="{1E3A8C0E-2C11-4D61-3774-0256FB656CCC}"/>
          </ac:spMkLst>
        </pc:spChg>
        <pc:graphicFrameChg chg="mod modGraphic">
          <ac:chgData name="Parker, John" userId="S::jjparker@smu.edu::c6ec7c0a-df7c-46c1-bdf6-7f60c113eaca" providerId="AD" clId="Web-{C23F1104-D9B5-5E0C-2C07-FB4F1C70FA17}" dt="2025-04-30T18:07:24.840" v="3149"/>
          <ac:graphicFrameMkLst>
            <pc:docMk/>
            <pc:sldMk cId="1058118415" sldId="288"/>
            <ac:graphicFrameMk id="7" creationId="{30BE9E26-9738-EFF2-CBCE-826309A25215}"/>
          </ac:graphicFrameMkLst>
        </pc:graphicFrameChg>
      </pc:sldChg>
      <pc:sldChg chg="addSp delSp modSp new ord">
        <pc:chgData name="Parker, John" userId="S::jjparker@smu.edu::c6ec7c0a-df7c-46c1-bdf6-7f60c113eaca" providerId="AD" clId="Web-{C23F1104-D9B5-5E0C-2C07-FB4F1C70FA17}" dt="2025-04-30T20:09:29.690" v="3722" actId="20577"/>
        <pc:sldMkLst>
          <pc:docMk/>
          <pc:sldMk cId="2535897863" sldId="289"/>
        </pc:sldMkLst>
        <pc:spChg chg="mod">
          <ac:chgData name="Parker, John" userId="S::jjparker@smu.edu::c6ec7c0a-df7c-46c1-bdf6-7f60c113eaca" providerId="AD" clId="Web-{C23F1104-D9B5-5E0C-2C07-FB4F1C70FA17}" dt="2025-04-30T20:09:29.690" v="3722" actId="20577"/>
          <ac:spMkLst>
            <pc:docMk/>
            <pc:sldMk cId="2535897863" sldId="289"/>
            <ac:spMk id="2" creationId="{8EF29DEA-AA98-E62C-03B8-A49F8E281B30}"/>
          </ac:spMkLst>
        </pc:spChg>
        <pc:spChg chg="del">
          <ac:chgData name="Parker, John" userId="S::jjparker@smu.edu::c6ec7c0a-df7c-46c1-bdf6-7f60c113eaca" providerId="AD" clId="Web-{C23F1104-D9B5-5E0C-2C07-FB4F1C70FA17}" dt="2025-04-30T18:35:55.735" v="3241"/>
          <ac:spMkLst>
            <pc:docMk/>
            <pc:sldMk cId="2535897863" sldId="289"/>
            <ac:spMk id="3" creationId="{33B3E359-6A45-B221-DAFA-B239087D3034}"/>
          </ac:spMkLst>
        </pc:spChg>
        <pc:spChg chg="mod">
          <ac:chgData name="Parker, John" userId="S::jjparker@smu.edu::c6ec7c0a-df7c-46c1-bdf6-7f60c113eaca" providerId="AD" clId="Web-{C23F1104-D9B5-5E0C-2C07-FB4F1C70FA17}" dt="2025-04-30T18:42:45.986" v="3433" actId="20577"/>
          <ac:spMkLst>
            <pc:docMk/>
            <pc:sldMk cId="2535897863" sldId="289"/>
            <ac:spMk id="4" creationId="{3FE9CFA2-9D31-6595-2EDD-51141EFDFAC1}"/>
          </ac:spMkLst>
        </pc:spChg>
        <pc:spChg chg="mod">
          <ac:chgData name="Parker, John" userId="S::jjparker@smu.edu::c6ec7c0a-df7c-46c1-bdf6-7f60c113eaca" providerId="AD" clId="Web-{C23F1104-D9B5-5E0C-2C07-FB4F1C70FA17}" dt="2025-04-30T18:16:31.638" v="3220" actId="20577"/>
          <ac:spMkLst>
            <pc:docMk/>
            <pc:sldMk cId="2535897863" sldId="289"/>
            <ac:spMk id="6" creationId="{60AB0763-5491-B4A5-2868-B54C037567BB}"/>
          </ac:spMkLst>
        </pc:spChg>
        <pc:spChg chg="add mod">
          <ac:chgData name="Parker, John" userId="S::jjparker@smu.edu::c6ec7c0a-df7c-46c1-bdf6-7f60c113eaca" providerId="AD" clId="Web-{C23F1104-D9B5-5E0C-2C07-FB4F1C70FA17}" dt="2025-04-30T18:42:54.705" v="3434" actId="1076"/>
          <ac:spMkLst>
            <pc:docMk/>
            <pc:sldMk cId="2535897863" sldId="289"/>
            <ac:spMk id="7" creationId="{3C802C05-F4BA-F602-B460-BA218B39A7D2}"/>
          </ac:spMkLst>
        </pc:spChg>
        <pc:spChg chg="add mod">
          <ac:chgData name="Parker, John" userId="S::jjparker@smu.edu::c6ec7c0a-df7c-46c1-bdf6-7f60c113eaca" providerId="AD" clId="Web-{C23F1104-D9B5-5E0C-2C07-FB4F1C70FA17}" dt="2025-04-30T18:47:24.924" v="3497" actId="20577"/>
          <ac:spMkLst>
            <pc:docMk/>
            <pc:sldMk cId="2535897863" sldId="289"/>
            <ac:spMk id="8" creationId="{090DA2B9-74B9-5B05-D864-07D346AEDAEF}"/>
          </ac:spMkLst>
        </pc:spChg>
        <pc:spChg chg="add mod">
          <ac:chgData name="Parker, John" userId="S::jjparker@smu.edu::c6ec7c0a-df7c-46c1-bdf6-7f60c113eaca" providerId="AD" clId="Web-{C23F1104-D9B5-5E0C-2C07-FB4F1C70FA17}" dt="2025-04-30T18:46:51.580" v="3447" actId="20577"/>
          <ac:spMkLst>
            <pc:docMk/>
            <pc:sldMk cId="2535897863" sldId="289"/>
            <ac:spMk id="9" creationId="{3DEB9B6E-F9F1-7756-F254-2334929D2D9A}"/>
          </ac:spMkLst>
        </pc:spChg>
      </pc:sldChg>
    </pc:docChg>
  </pc:docChgLst>
  <pc:docChgLst>
    <pc:chgData name="Gutierrez, Miguel" userId="S::magutierrez@smu.edu::11eb2ac2-d90b-461b-a422-e24ef9710a98" providerId="AD" clId="Web-{B2CB346A-B179-5C13-A1E2-10557083C75F}"/>
    <pc:docChg chg="modSld">
      <pc:chgData name="Gutierrez, Miguel" userId="S::magutierrez@smu.edu::11eb2ac2-d90b-461b-a422-e24ef9710a98" providerId="AD" clId="Web-{B2CB346A-B179-5C13-A1E2-10557083C75F}" dt="2025-04-30T20:49:08.318" v="11" actId="1076"/>
      <pc:docMkLst>
        <pc:docMk/>
      </pc:docMkLst>
      <pc:sldChg chg="modSp">
        <pc:chgData name="Gutierrez, Miguel" userId="S::magutierrez@smu.edu::11eb2ac2-d90b-461b-a422-e24ef9710a98" providerId="AD" clId="Web-{B2CB346A-B179-5C13-A1E2-10557083C75F}" dt="2025-04-30T20:49:08.318" v="11" actId="1076"/>
        <pc:sldMkLst>
          <pc:docMk/>
          <pc:sldMk cId="2380657699" sldId="283"/>
        </pc:sldMkLst>
        <pc:spChg chg="mod">
          <ac:chgData name="Gutierrez, Miguel" userId="S::magutierrez@smu.edu::11eb2ac2-d90b-461b-a422-e24ef9710a98" providerId="AD" clId="Web-{B2CB346A-B179-5C13-A1E2-10557083C75F}" dt="2025-04-30T20:49:08.318" v="11" actId="1076"/>
          <ac:spMkLst>
            <pc:docMk/>
            <pc:sldMk cId="2380657699" sldId="283"/>
            <ac:spMk id="5" creationId="{A5B9FEDE-958E-380E-E4D0-D718D0FA795C}"/>
          </ac:spMkLst>
        </pc:spChg>
      </pc:sldChg>
    </pc:docChg>
  </pc:docChgLst>
  <pc:docChgLst>
    <pc:chgData name="Gutierrez, Miguel" userId="S::magutierrez@smu.edu::11eb2ac2-d90b-461b-a422-e24ef9710a98" providerId="AD" clId="Web-{B0238C31-258B-03AA-304C-36AAAFB067D9}"/>
    <pc:docChg chg="addSld modSld">
      <pc:chgData name="Gutierrez, Miguel" userId="S::magutierrez@smu.edu::11eb2ac2-d90b-461b-a422-e24ef9710a98" providerId="AD" clId="Web-{B0238C31-258B-03AA-304C-36AAAFB067D9}" dt="2025-04-30T12:47:18.379" v="229" actId="1076"/>
      <pc:docMkLst>
        <pc:docMk/>
      </pc:docMkLst>
      <pc:sldChg chg="addSp delSp modSp new">
        <pc:chgData name="Gutierrez, Miguel" userId="S::magutierrez@smu.edu::11eb2ac2-d90b-461b-a422-e24ef9710a98" providerId="AD" clId="Web-{B0238C31-258B-03AA-304C-36AAAFB067D9}" dt="2025-04-30T12:47:18.379" v="229" actId="1076"/>
        <pc:sldMkLst>
          <pc:docMk/>
          <pc:sldMk cId="1058118415" sldId="288"/>
        </pc:sldMkLst>
        <pc:spChg chg="mod">
          <ac:chgData name="Gutierrez, Miguel" userId="S::magutierrez@smu.edu::11eb2ac2-d90b-461b-a422-e24ef9710a98" providerId="AD" clId="Web-{B0238C31-258B-03AA-304C-36AAAFB067D9}" dt="2025-04-30T12:45:43.973" v="28" actId="20577"/>
          <ac:spMkLst>
            <pc:docMk/>
            <pc:sldMk cId="1058118415" sldId="288"/>
            <ac:spMk id="2" creationId="{C5E7D697-223E-1885-8D7A-D8C4CB49A667}"/>
          </ac:spMkLst>
        </pc:spChg>
        <pc:spChg chg="del">
          <ac:chgData name="Gutierrez, Miguel" userId="S::magutierrez@smu.edu::11eb2ac2-d90b-461b-a422-e24ef9710a98" providerId="AD" clId="Web-{B0238C31-258B-03AA-304C-36AAAFB067D9}" dt="2025-04-30T12:46:04.191" v="29"/>
          <ac:spMkLst>
            <pc:docMk/>
            <pc:sldMk cId="1058118415" sldId="288"/>
            <ac:spMk id="3" creationId="{DC195C41-0B89-11D2-17E7-8AD38D45929F}"/>
          </ac:spMkLst>
        </pc:spChg>
        <pc:spChg chg="mod">
          <ac:chgData name="Gutierrez, Miguel" userId="S::magutierrez@smu.edu::11eb2ac2-d90b-461b-a422-e24ef9710a98" providerId="AD" clId="Web-{B0238C31-258B-03AA-304C-36AAAFB067D9}" dt="2025-04-30T12:44:27.301" v="6" actId="20577"/>
          <ac:spMkLst>
            <pc:docMk/>
            <pc:sldMk cId="1058118415" sldId="288"/>
            <ac:spMk id="6" creationId="{6E20A526-9B05-AA64-4123-5E07601DDB0D}"/>
          </ac:spMkLst>
        </pc:spChg>
        <pc:graphicFrameChg chg="add mod ord modGraphic">
          <ac:chgData name="Gutierrez, Miguel" userId="S::magutierrez@smu.edu::11eb2ac2-d90b-461b-a422-e24ef9710a98" providerId="AD" clId="Web-{B0238C31-258B-03AA-304C-36AAAFB067D9}" dt="2025-04-30T12:47:18.379" v="229" actId="1076"/>
          <ac:graphicFrameMkLst>
            <pc:docMk/>
            <pc:sldMk cId="1058118415" sldId="288"/>
            <ac:graphicFrameMk id="7" creationId="{30BE9E26-9738-EFF2-CBCE-826309A25215}"/>
          </ac:graphicFrameMkLst>
        </pc:graphicFrameChg>
      </pc:sldChg>
    </pc:docChg>
  </pc:docChgLst>
  <pc:docChgLst>
    <pc:chgData name="Parker, John" userId="S::jjparker@smu.edu::c6ec7c0a-df7c-46c1-bdf6-7f60c113eaca" providerId="AD" clId="Web-{FFCABE9E-691F-872F-66C7-8D2753A10DC2}"/>
    <pc:docChg chg="modSld">
      <pc:chgData name="Parker, John" userId="S::jjparker@smu.edu::c6ec7c0a-df7c-46c1-bdf6-7f60c113eaca" providerId="AD" clId="Web-{FFCABE9E-691F-872F-66C7-8D2753A10DC2}" dt="2025-04-30T20:49:48.019" v="1070" actId="20577"/>
      <pc:docMkLst>
        <pc:docMk/>
      </pc:docMkLst>
      <pc:sldChg chg="modSp">
        <pc:chgData name="Parker, John" userId="S::jjparker@smu.edu::c6ec7c0a-df7c-46c1-bdf6-7f60c113eaca" providerId="AD" clId="Web-{FFCABE9E-691F-872F-66C7-8D2753A10DC2}" dt="2025-04-30T20:48:19.019" v="1036" actId="1076"/>
        <pc:sldMkLst>
          <pc:docMk/>
          <pc:sldMk cId="640192725" sldId="286"/>
        </pc:sldMkLst>
        <pc:picChg chg="mod">
          <ac:chgData name="Parker, John" userId="S::jjparker@smu.edu::c6ec7c0a-df7c-46c1-bdf6-7f60c113eaca" providerId="AD" clId="Web-{FFCABE9E-691F-872F-66C7-8D2753A10DC2}" dt="2025-04-30T20:48:19.019" v="1036" actId="1076"/>
          <ac:picMkLst>
            <pc:docMk/>
            <pc:sldMk cId="640192725" sldId="286"/>
            <ac:picMk id="8" creationId="{ECBA0182-1193-FF1A-82EC-67C1037B0292}"/>
          </ac:picMkLst>
        </pc:picChg>
      </pc:sldChg>
      <pc:sldChg chg="addSp delSp modSp">
        <pc:chgData name="Parker, John" userId="S::jjparker@smu.edu::c6ec7c0a-df7c-46c1-bdf6-7f60c113eaca" providerId="AD" clId="Web-{FFCABE9E-691F-872F-66C7-8D2753A10DC2}" dt="2025-04-30T20:47:37.753" v="1034" actId="20577"/>
        <pc:sldMkLst>
          <pc:docMk/>
          <pc:sldMk cId="3332574631" sldId="287"/>
        </pc:sldMkLst>
        <pc:spChg chg="mod">
          <ac:chgData name="Parker, John" userId="S::jjparker@smu.edu::c6ec7c0a-df7c-46c1-bdf6-7f60c113eaca" providerId="AD" clId="Web-{FFCABE9E-691F-872F-66C7-8D2753A10DC2}" dt="2025-04-30T20:35:10.983" v="605" actId="20577"/>
          <ac:spMkLst>
            <pc:docMk/>
            <pc:sldMk cId="3332574631" sldId="287"/>
            <ac:spMk id="2" creationId="{40DDB57A-7D7F-D54E-35CF-8632F1266406}"/>
          </ac:spMkLst>
        </pc:spChg>
        <pc:spChg chg="del mod">
          <ac:chgData name="Parker, John" userId="S::jjparker@smu.edu::c6ec7c0a-df7c-46c1-bdf6-7f60c113eaca" providerId="AD" clId="Web-{FFCABE9E-691F-872F-66C7-8D2753A10DC2}" dt="2025-04-30T20:10:55.164" v="2"/>
          <ac:spMkLst>
            <pc:docMk/>
            <pc:sldMk cId="3332574631" sldId="287"/>
            <ac:spMk id="3" creationId="{4A9DF7C3-6CD4-299A-8FBF-A3AB34941D7A}"/>
          </ac:spMkLst>
        </pc:spChg>
        <pc:spChg chg="add mod">
          <ac:chgData name="Parker, John" userId="S::jjparker@smu.edu::c6ec7c0a-df7c-46c1-bdf6-7f60c113eaca" providerId="AD" clId="Web-{FFCABE9E-691F-872F-66C7-8D2753A10DC2}" dt="2025-04-30T20:47:37.753" v="1034" actId="20577"/>
          <ac:spMkLst>
            <pc:docMk/>
            <pc:sldMk cId="3332574631" sldId="287"/>
            <ac:spMk id="8" creationId="{815B2AF7-7D4A-BA19-2A0E-7AD09F94113E}"/>
          </ac:spMkLst>
        </pc:spChg>
      </pc:sldChg>
      <pc:sldChg chg="addSp delSp modSp">
        <pc:chgData name="Parker, John" userId="S::jjparker@smu.edu::c6ec7c0a-df7c-46c1-bdf6-7f60c113eaca" providerId="AD" clId="Web-{FFCABE9E-691F-872F-66C7-8D2753A10DC2}" dt="2025-04-30T20:49:48.019" v="1070" actId="20577"/>
        <pc:sldMkLst>
          <pc:docMk/>
          <pc:sldMk cId="2535897863" sldId="289"/>
        </pc:sldMkLst>
        <pc:spChg chg="del mod">
          <ac:chgData name="Parker, John" userId="S::jjparker@smu.edu::c6ec7c0a-df7c-46c1-bdf6-7f60c113eaca" providerId="AD" clId="Web-{FFCABE9E-691F-872F-66C7-8D2753A10DC2}" dt="2025-04-30T20:11:06.664" v="5"/>
          <ac:spMkLst>
            <pc:docMk/>
            <pc:sldMk cId="2535897863" sldId="289"/>
            <ac:spMk id="2" creationId="{8EF29DEA-AA98-E62C-03B8-A49F8E281B30}"/>
          </ac:spMkLst>
        </pc:spChg>
        <pc:spChg chg="add mod">
          <ac:chgData name="Parker, John" userId="S::jjparker@smu.edu::c6ec7c0a-df7c-46c1-bdf6-7f60c113eaca" providerId="AD" clId="Web-{FFCABE9E-691F-872F-66C7-8D2753A10DC2}" dt="2025-04-30T20:49:37.300" v="1052" actId="20577"/>
          <ac:spMkLst>
            <pc:docMk/>
            <pc:sldMk cId="2535897863" sldId="289"/>
            <ac:spMk id="3" creationId="{4A9DF7C3-6CD4-299A-8FBF-A3AB34941D7A}"/>
          </ac:spMkLst>
        </pc:spChg>
        <pc:spChg chg="mod">
          <ac:chgData name="Parker, John" userId="S::jjparker@smu.edu::c6ec7c0a-df7c-46c1-bdf6-7f60c113eaca" providerId="AD" clId="Web-{FFCABE9E-691F-872F-66C7-8D2753A10DC2}" dt="2025-04-30T20:24:36.449" v="295" actId="1076"/>
          <ac:spMkLst>
            <pc:docMk/>
            <pc:sldMk cId="2535897863" sldId="289"/>
            <ac:spMk id="7" creationId="{3C802C05-F4BA-F602-B460-BA218B39A7D2}"/>
          </ac:spMkLst>
        </pc:spChg>
        <pc:spChg chg="mod">
          <ac:chgData name="Parker, John" userId="S::jjparker@smu.edu::c6ec7c0a-df7c-46c1-bdf6-7f60c113eaca" providerId="AD" clId="Web-{FFCABE9E-691F-872F-66C7-8D2753A10DC2}" dt="2025-04-30T20:24:36.465" v="296" actId="1076"/>
          <ac:spMkLst>
            <pc:docMk/>
            <pc:sldMk cId="2535897863" sldId="289"/>
            <ac:spMk id="8" creationId="{090DA2B9-74B9-5B05-D864-07D346AEDAEF}"/>
          </ac:spMkLst>
        </pc:spChg>
        <pc:spChg chg="mod">
          <ac:chgData name="Parker, John" userId="S::jjparker@smu.edu::c6ec7c0a-df7c-46c1-bdf6-7f60c113eaca" providerId="AD" clId="Web-{FFCABE9E-691F-872F-66C7-8D2753A10DC2}" dt="2025-04-30T20:49:48.019" v="1070" actId="20577"/>
          <ac:spMkLst>
            <pc:docMk/>
            <pc:sldMk cId="2535897863" sldId="289"/>
            <ac:spMk id="9" creationId="{3DEB9B6E-F9F1-7756-F254-2334929D2D9A}"/>
          </ac:spMkLst>
        </pc:spChg>
      </pc:sldChg>
    </pc:docChg>
  </pc:docChgLst>
  <pc:docChgLst>
    <pc:chgData name="Gutierrez, Miguel" userId="S::magutierrez@smu.edu::11eb2ac2-d90b-461b-a422-e24ef9710a98" providerId="AD" clId="Web-{B2CDF41D-3E59-6CA8-FB79-CC73F5197FC9}"/>
    <pc:docChg chg="modSld">
      <pc:chgData name="Gutierrez, Miguel" userId="S::magutierrez@smu.edu::11eb2ac2-d90b-461b-a422-e24ef9710a98" providerId="AD" clId="Web-{B2CDF41D-3E59-6CA8-FB79-CC73F5197FC9}" dt="2025-04-30T04:03:52.255" v="132" actId="1076"/>
      <pc:docMkLst>
        <pc:docMk/>
      </pc:docMkLst>
      <pc:sldChg chg="modSp">
        <pc:chgData name="Gutierrez, Miguel" userId="S::magutierrez@smu.edu::11eb2ac2-d90b-461b-a422-e24ef9710a98" providerId="AD" clId="Web-{B2CDF41D-3E59-6CA8-FB79-CC73F5197FC9}" dt="2025-04-30T03:54:04.046" v="23" actId="20577"/>
        <pc:sldMkLst>
          <pc:docMk/>
          <pc:sldMk cId="1505823097" sldId="265"/>
        </pc:sldMkLst>
        <pc:spChg chg="mod">
          <ac:chgData name="Gutierrez, Miguel" userId="S::magutierrez@smu.edu::11eb2ac2-d90b-461b-a422-e24ef9710a98" providerId="AD" clId="Web-{B2CDF41D-3E59-6CA8-FB79-CC73F5197FC9}" dt="2025-04-30T03:54:04.046" v="23" actId="20577"/>
          <ac:spMkLst>
            <pc:docMk/>
            <pc:sldMk cId="1505823097" sldId="265"/>
            <ac:spMk id="3" creationId="{67376405-A736-F70F-6BFC-69505CA7DFE0}"/>
          </ac:spMkLst>
        </pc:spChg>
      </pc:sldChg>
      <pc:sldChg chg="addSp delSp modSp">
        <pc:chgData name="Gutierrez, Miguel" userId="S::magutierrez@smu.edu::11eb2ac2-d90b-461b-a422-e24ef9710a98" providerId="AD" clId="Web-{B2CDF41D-3E59-6CA8-FB79-CC73F5197FC9}" dt="2025-04-30T04:00:45.483" v="97" actId="20577"/>
        <pc:sldMkLst>
          <pc:docMk/>
          <pc:sldMk cId="2204278369" sldId="279"/>
        </pc:sldMkLst>
        <pc:spChg chg="mod">
          <ac:chgData name="Gutierrez, Miguel" userId="S::magutierrez@smu.edu::11eb2ac2-d90b-461b-a422-e24ef9710a98" providerId="AD" clId="Web-{B2CDF41D-3E59-6CA8-FB79-CC73F5197FC9}" dt="2025-04-30T03:59:09.589" v="51" actId="20577"/>
          <ac:spMkLst>
            <pc:docMk/>
            <pc:sldMk cId="2204278369" sldId="279"/>
            <ac:spMk id="2" creationId="{56140C4E-4396-0F28-5699-21BA9AFF53C9}"/>
          </ac:spMkLst>
        </pc:spChg>
        <pc:spChg chg="mod">
          <ac:chgData name="Gutierrez, Miguel" userId="S::magutierrez@smu.edu::11eb2ac2-d90b-461b-a422-e24ef9710a98" providerId="AD" clId="Web-{B2CDF41D-3E59-6CA8-FB79-CC73F5197FC9}" dt="2025-04-30T03:59:14.261" v="56" actId="20577"/>
          <ac:spMkLst>
            <pc:docMk/>
            <pc:sldMk cId="2204278369" sldId="279"/>
            <ac:spMk id="4" creationId="{052BBF47-4639-0A62-6009-AFAD5F88287A}"/>
          </ac:spMkLst>
        </pc:spChg>
        <pc:spChg chg="add mod">
          <ac:chgData name="Gutierrez, Miguel" userId="S::magutierrez@smu.edu::11eb2ac2-d90b-461b-a422-e24ef9710a98" providerId="AD" clId="Web-{B2CDF41D-3E59-6CA8-FB79-CC73F5197FC9}" dt="2025-04-30T03:59:38.934" v="73" actId="20577"/>
          <ac:spMkLst>
            <pc:docMk/>
            <pc:sldMk cId="2204278369" sldId="279"/>
            <ac:spMk id="7" creationId="{4CF7641E-D0B3-D101-4D4C-AE40BA767BDF}"/>
          </ac:spMkLst>
        </pc:spChg>
        <pc:spChg chg="add del mod">
          <ac:chgData name="Gutierrez, Miguel" userId="S::magutierrez@smu.edu::11eb2ac2-d90b-461b-a422-e24ef9710a98" providerId="AD" clId="Web-{B2CDF41D-3E59-6CA8-FB79-CC73F5197FC9}" dt="2025-04-30T04:00:09.825" v="77"/>
          <ac:spMkLst>
            <pc:docMk/>
            <pc:sldMk cId="2204278369" sldId="279"/>
            <ac:spMk id="8" creationId="{90D08A83-07F8-58D4-D65B-8122AD3F3E72}"/>
          </ac:spMkLst>
        </pc:spChg>
        <pc:spChg chg="add mod">
          <ac:chgData name="Gutierrez, Miguel" userId="S::magutierrez@smu.edu::11eb2ac2-d90b-461b-a422-e24ef9710a98" providerId="AD" clId="Web-{B2CDF41D-3E59-6CA8-FB79-CC73F5197FC9}" dt="2025-04-30T04:00:45.483" v="97" actId="20577"/>
          <ac:spMkLst>
            <pc:docMk/>
            <pc:sldMk cId="2204278369" sldId="279"/>
            <ac:spMk id="9" creationId="{AD7FF7C5-C716-DC9B-C91E-8318E745802B}"/>
          </ac:spMkLst>
        </pc:spChg>
      </pc:sldChg>
      <pc:sldChg chg="modSp">
        <pc:chgData name="Gutierrez, Miguel" userId="S::magutierrez@smu.edu::11eb2ac2-d90b-461b-a422-e24ef9710a98" providerId="AD" clId="Web-{B2CDF41D-3E59-6CA8-FB79-CC73F5197FC9}" dt="2025-04-30T04:02:06.345" v="110" actId="20577"/>
        <pc:sldMkLst>
          <pc:docMk/>
          <pc:sldMk cId="1553780581" sldId="281"/>
        </pc:sldMkLst>
        <pc:spChg chg="mod">
          <ac:chgData name="Gutierrez, Miguel" userId="S::magutierrez@smu.edu::11eb2ac2-d90b-461b-a422-e24ef9710a98" providerId="AD" clId="Web-{B2CDF41D-3E59-6CA8-FB79-CC73F5197FC9}" dt="2025-04-30T04:01:50.048" v="105" actId="14100"/>
          <ac:spMkLst>
            <pc:docMk/>
            <pc:sldMk cId="1553780581" sldId="281"/>
            <ac:spMk id="3" creationId="{A05A9964-EC18-123D-7631-07E1F0366AF6}"/>
          </ac:spMkLst>
        </pc:spChg>
        <pc:spChg chg="mod">
          <ac:chgData name="Gutierrez, Miguel" userId="S::magutierrez@smu.edu::11eb2ac2-d90b-461b-a422-e24ef9710a98" providerId="AD" clId="Web-{B2CDF41D-3E59-6CA8-FB79-CC73F5197FC9}" dt="2025-04-30T04:02:06.345" v="110" actId="20577"/>
          <ac:spMkLst>
            <pc:docMk/>
            <pc:sldMk cId="1553780581" sldId="281"/>
            <ac:spMk id="4" creationId="{52BF397F-FEE1-8F31-0A75-7C88B19BF3F9}"/>
          </ac:spMkLst>
        </pc:spChg>
        <pc:spChg chg="mod">
          <ac:chgData name="Gutierrez, Miguel" userId="S::magutierrez@smu.edu::11eb2ac2-d90b-461b-a422-e24ef9710a98" providerId="AD" clId="Web-{B2CDF41D-3E59-6CA8-FB79-CC73F5197FC9}" dt="2025-04-30T04:01:46.376" v="103" actId="20577"/>
          <ac:spMkLst>
            <pc:docMk/>
            <pc:sldMk cId="1553780581" sldId="281"/>
            <ac:spMk id="8" creationId="{F31D00E4-542D-4247-11C3-EDA683618ED0}"/>
          </ac:spMkLst>
        </pc:spChg>
      </pc:sldChg>
      <pc:sldChg chg="addSp delSp modSp">
        <pc:chgData name="Gutierrez, Miguel" userId="S::magutierrez@smu.edu::11eb2ac2-d90b-461b-a422-e24ef9710a98" providerId="AD" clId="Web-{B2CDF41D-3E59-6CA8-FB79-CC73F5197FC9}" dt="2025-04-30T04:03:52.255" v="132" actId="1076"/>
        <pc:sldMkLst>
          <pc:docMk/>
          <pc:sldMk cId="2380657699" sldId="283"/>
        </pc:sldMkLst>
        <pc:spChg chg="del">
          <ac:chgData name="Gutierrez, Miguel" userId="S::magutierrez@smu.edu::11eb2ac2-d90b-461b-a422-e24ef9710a98" providerId="AD" clId="Web-{B2CDF41D-3E59-6CA8-FB79-CC73F5197FC9}" dt="2025-04-30T04:02:35.596" v="115"/>
          <ac:spMkLst>
            <pc:docMk/>
            <pc:sldMk cId="2380657699" sldId="283"/>
            <ac:spMk id="2" creationId="{20562966-FAF3-0A98-F277-F0A88E78BABC}"/>
          </ac:spMkLst>
        </pc:spChg>
        <pc:spChg chg="del">
          <ac:chgData name="Gutierrez, Miguel" userId="S::magutierrez@smu.edu::11eb2ac2-d90b-461b-a422-e24ef9710a98" providerId="AD" clId="Web-{B2CDF41D-3E59-6CA8-FB79-CC73F5197FC9}" dt="2025-04-30T04:02:35.596" v="114"/>
          <ac:spMkLst>
            <pc:docMk/>
            <pc:sldMk cId="2380657699" sldId="283"/>
            <ac:spMk id="3" creationId="{29C0C5B9-2C39-73BC-5EAF-71519E362B33}"/>
          </ac:spMkLst>
        </pc:spChg>
        <pc:spChg chg="del">
          <ac:chgData name="Gutierrez, Miguel" userId="S::magutierrez@smu.edu::11eb2ac2-d90b-461b-a422-e24ef9710a98" providerId="AD" clId="Web-{B2CDF41D-3E59-6CA8-FB79-CC73F5197FC9}" dt="2025-04-30T04:02:35.596" v="113"/>
          <ac:spMkLst>
            <pc:docMk/>
            <pc:sldMk cId="2380657699" sldId="283"/>
            <ac:spMk id="4" creationId="{1E58DEA1-4263-213F-A8F3-8A30AEFB637A}"/>
          </ac:spMkLst>
        </pc:spChg>
        <pc:spChg chg="del">
          <ac:chgData name="Gutierrez, Miguel" userId="S::magutierrez@smu.edu::11eb2ac2-d90b-461b-a422-e24ef9710a98" providerId="AD" clId="Web-{B2CDF41D-3E59-6CA8-FB79-CC73F5197FC9}" dt="2025-04-30T04:02:35.596" v="112"/>
          <ac:spMkLst>
            <pc:docMk/>
            <pc:sldMk cId="2380657699" sldId="283"/>
            <ac:spMk id="5" creationId="{FA1F5F02-B9EA-E148-1DFD-B95E985A22D5}"/>
          </ac:spMkLst>
        </pc:spChg>
        <pc:spChg chg="del">
          <ac:chgData name="Gutierrez, Miguel" userId="S::magutierrez@smu.edu::11eb2ac2-d90b-461b-a422-e24ef9710a98" providerId="AD" clId="Web-{B2CDF41D-3E59-6CA8-FB79-CC73F5197FC9}" dt="2025-04-30T04:02:35.596" v="111"/>
          <ac:spMkLst>
            <pc:docMk/>
            <pc:sldMk cId="2380657699" sldId="283"/>
            <ac:spMk id="6" creationId="{C949B89B-5645-0A87-161C-275B62DE4BA8}"/>
          </ac:spMkLst>
        </pc:spChg>
        <pc:spChg chg="add mod">
          <ac:chgData name="Gutierrez, Miguel" userId="S::magutierrez@smu.edu::11eb2ac2-d90b-461b-a422-e24ef9710a98" providerId="AD" clId="Web-{B2CDF41D-3E59-6CA8-FB79-CC73F5197FC9}" dt="2025-04-30T04:03:32.379" v="131" actId="20577"/>
          <ac:spMkLst>
            <pc:docMk/>
            <pc:sldMk cId="2380657699" sldId="283"/>
            <ac:spMk id="8" creationId="{37FEAE0F-2D04-1C09-A668-B6C94F3529AA}"/>
          </ac:spMkLst>
        </pc:spChg>
        <pc:picChg chg="add mod">
          <ac:chgData name="Gutierrez, Miguel" userId="S::magutierrez@smu.edu::11eb2ac2-d90b-461b-a422-e24ef9710a98" providerId="AD" clId="Web-{B2CDF41D-3E59-6CA8-FB79-CC73F5197FC9}" dt="2025-04-30T04:03:52.255" v="132" actId="1076"/>
          <ac:picMkLst>
            <pc:docMk/>
            <pc:sldMk cId="2380657699" sldId="283"/>
            <ac:picMk id="9" creationId="{52A444A9-64AA-BF51-01E7-91E1DBED8683}"/>
          </ac:picMkLst>
        </pc:picChg>
      </pc:sldChg>
    </pc:docChg>
  </pc:docChgLst>
  <pc:docChgLst>
    <pc:chgData name="Welch, Luke" userId="48f901a1-8571-407c-a806-9b6690f1630f" providerId="ADAL" clId="{347A7B3C-9621-4D4A-8A32-8D0BA28E8B2E}"/>
    <pc:docChg chg="undo custSel modSld">
      <pc:chgData name="Welch, Luke" userId="48f901a1-8571-407c-a806-9b6690f1630f" providerId="ADAL" clId="{347A7B3C-9621-4D4A-8A32-8D0BA28E8B2E}" dt="2025-04-30T20:29:23.953" v="971" actId="27636"/>
      <pc:docMkLst>
        <pc:docMk/>
      </pc:docMkLst>
      <pc:sldChg chg="addSp delSp modSp mod">
        <pc:chgData name="Welch, Luke" userId="48f901a1-8571-407c-a806-9b6690f1630f" providerId="ADAL" clId="{347A7B3C-9621-4D4A-8A32-8D0BA28E8B2E}" dt="2025-04-29T21:39:23.815" v="437" actId="20577"/>
        <pc:sldMkLst>
          <pc:docMk/>
          <pc:sldMk cId="2012267991" sldId="280"/>
        </pc:sldMkLst>
        <pc:spChg chg="add del mod">
          <ac:chgData name="Welch, Luke" userId="48f901a1-8571-407c-a806-9b6690f1630f" providerId="ADAL" clId="{347A7B3C-9621-4D4A-8A32-8D0BA28E8B2E}" dt="2025-04-29T21:37:40.654" v="301"/>
          <ac:spMkLst>
            <pc:docMk/>
            <pc:sldMk cId="2012267991" sldId="280"/>
            <ac:spMk id="2" creationId="{A3966699-A4A0-857B-C2D8-0601F9CA7C4B}"/>
          </ac:spMkLst>
        </pc:spChg>
        <pc:spChg chg="mod">
          <ac:chgData name="Welch, Luke" userId="48f901a1-8571-407c-a806-9b6690f1630f" providerId="ADAL" clId="{347A7B3C-9621-4D4A-8A32-8D0BA28E8B2E}" dt="2025-04-29T21:36:06.826" v="182" actId="14"/>
          <ac:spMkLst>
            <pc:docMk/>
            <pc:sldMk cId="2012267991" sldId="280"/>
            <ac:spMk id="7" creationId="{B1353D64-8A59-23E8-97F9-2C0035D495F7}"/>
          </ac:spMkLst>
        </pc:spChg>
        <pc:spChg chg="mod">
          <ac:chgData name="Welch, Luke" userId="48f901a1-8571-407c-a806-9b6690f1630f" providerId="ADAL" clId="{347A7B3C-9621-4D4A-8A32-8D0BA28E8B2E}" dt="2025-04-29T21:39:23.815" v="437" actId="20577"/>
          <ac:spMkLst>
            <pc:docMk/>
            <pc:sldMk cId="2012267991" sldId="280"/>
            <ac:spMk id="8" creationId="{227667D5-5935-CE03-825F-BA74CFB52F59}"/>
          </ac:spMkLst>
        </pc:spChg>
      </pc:sldChg>
      <pc:sldChg chg="addSp delSp modSp mod">
        <pc:chgData name="Welch, Luke" userId="48f901a1-8571-407c-a806-9b6690f1630f" providerId="ADAL" clId="{347A7B3C-9621-4D4A-8A32-8D0BA28E8B2E}" dt="2025-04-30T02:16:37.992" v="679" actId="20577"/>
        <pc:sldMkLst>
          <pc:docMk/>
          <pc:sldMk cId="1342484564" sldId="282"/>
        </pc:sldMkLst>
        <pc:spChg chg="mod">
          <ac:chgData name="Welch, Luke" userId="48f901a1-8571-407c-a806-9b6690f1630f" providerId="ADAL" clId="{347A7B3C-9621-4D4A-8A32-8D0BA28E8B2E}" dt="2025-04-30T02:16:37.992" v="679" actId="20577"/>
          <ac:spMkLst>
            <pc:docMk/>
            <pc:sldMk cId="1342484564" sldId="282"/>
            <ac:spMk id="2" creationId="{9641E25F-FAFB-2D56-682E-951A6F9C63E0}"/>
          </ac:spMkLst>
        </pc:spChg>
        <pc:spChg chg="del">
          <ac:chgData name="Welch, Luke" userId="48f901a1-8571-407c-a806-9b6690f1630f" providerId="ADAL" clId="{347A7B3C-9621-4D4A-8A32-8D0BA28E8B2E}" dt="2025-04-30T02:13:14.673" v="438" actId="931"/>
          <ac:spMkLst>
            <pc:docMk/>
            <pc:sldMk cId="1342484564" sldId="282"/>
            <ac:spMk id="3" creationId="{C15A58DB-5494-593A-F144-311FEEC5703C}"/>
          </ac:spMkLst>
        </pc:spChg>
        <pc:picChg chg="add mod">
          <ac:chgData name="Welch, Luke" userId="48f901a1-8571-407c-a806-9b6690f1630f" providerId="ADAL" clId="{347A7B3C-9621-4D4A-8A32-8D0BA28E8B2E}" dt="2025-04-30T02:13:30.382" v="441" actId="14100"/>
          <ac:picMkLst>
            <pc:docMk/>
            <pc:sldMk cId="1342484564" sldId="282"/>
            <ac:picMk id="8" creationId="{7B4D83E6-A8B2-5010-BF5F-6927DE741889}"/>
          </ac:picMkLst>
        </pc:picChg>
      </pc:sldChg>
      <pc:sldChg chg="addSp delSp modSp mod">
        <pc:chgData name="Welch, Luke" userId="48f901a1-8571-407c-a806-9b6690f1630f" providerId="ADAL" clId="{347A7B3C-9621-4D4A-8A32-8D0BA28E8B2E}" dt="2025-04-30T02:23:38.459" v="957" actId="20577"/>
        <pc:sldMkLst>
          <pc:docMk/>
          <pc:sldMk cId="4037213130" sldId="284"/>
        </pc:sldMkLst>
        <pc:spChg chg="del">
          <ac:chgData name="Welch, Luke" userId="48f901a1-8571-407c-a806-9b6690f1630f" providerId="ADAL" clId="{347A7B3C-9621-4D4A-8A32-8D0BA28E8B2E}" dt="2025-04-30T02:17:48.658" v="680"/>
          <ac:spMkLst>
            <pc:docMk/>
            <pc:sldMk cId="4037213130" sldId="284"/>
            <ac:spMk id="2" creationId="{7DF48674-17E7-933C-0661-4FC7CCEA8904}"/>
          </ac:spMkLst>
        </pc:spChg>
        <pc:spChg chg="del mod">
          <ac:chgData name="Welch, Luke" userId="48f901a1-8571-407c-a806-9b6690f1630f" providerId="ADAL" clId="{347A7B3C-9621-4D4A-8A32-8D0BA28E8B2E}" dt="2025-04-30T02:19:17.728" v="685" actId="931"/>
          <ac:spMkLst>
            <pc:docMk/>
            <pc:sldMk cId="4037213130" sldId="284"/>
            <ac:spMk id="3" creationId="{8EFD86E8-79CA-B3A4-E984-BB509F93C89E}"/>
          </ac:spMkLst>
        </pc:spChg>
        <pc:spChg chg="add del mod">
          <ac:chgData name="Welch, Luke" userId="48f901a1-8571-407c-a806-9b6690f1630f" providerId="ADAL" clId="{347A7B3C-9621-4D4A-8A32-8D0BA28E8B2E}" dt="2025-04-30T02:19:36.664" v="694"/>
          <ac:spMkLst>
            <pc:docMk/>
            <pc:sldMk cId="4037213130" sldId="284"/>
            <ac:spMk id="11" creationId="{3F3FBBE6-5405-03E2-5106-2EAA6C7631C7}"/>
          </ac:spMkLst>
        </pc:spChg>
        <pc:spChg chg="add mod">
          <ac:chgData name="Welch, Luke" userId="48f901a1-8571-407c-a806-9b6690f1630f" providerId="ADAL" clId="{347A7B3C-9621-4D4A-8A32-8D0BA28E8B2E}" dt="2025-04-30T02:19:46.756" v="697"/>
          <ac:spMkLst>
            <pc:docMk/>
            <pc:sldMk cId="4037213130" sldId="284"/>
            <ac:spMk id="12" creationId="{2D69772D-EB8D-36A9-E146-325C8501C2AA}"/>
          </ac:spMkLst>
        </pc:spChg>
        <pc:spChg chg="add mod">
          <ac:chgData name="Welch, Luke" userId="48f901a1-8571-407c-a806-9b6690f1630f" providerId="ADAL" clId="{347A7B3C-9621-4D4A-8A32-8D0BA28E8B2E}" dt="2025-04-30T02:23:38.459" v="957" actId="20577"/>
          <ac:spMkLst>
            <pc:docMk/>
            <pc:sldMk cId="4037213130" sldId="284"/>
            <ac:spMk id="13" creationId="{3E85A579-5757-DD7C-6719-C8ADEF625550}"/>
          </ac:spMkLst>
        </pc:spChg>
        <pc:picChg chg="add mod">
          <ac:chgData name="Welch, Luke" userId="48f901a1-8571-407c-a806-9b6690f1630f" providerId="ADAL" clId="{347A7B3C-9621-4D4A-8A32-8D0BA28E8B2E}" dt="2025-04-30T02:19:30.929" v="691" actId="1076"/>
          <ac:picMkLst>
            <pc:docMk/>
            <pc:sldMk cId="4037213130" sldId="284"/>
            <ac:picMk id="8" creationId="{B157618C-A31C-3515-B879-B16EF6F0681C}"/>
          </ac:picMkLst>
        </pc:picChg>
        <pc:picChg chg="add mod">
          <ac:chgData name="Welch, Luke" userId="48f901a1-8571-407c-a806-9b6690f1630f" providerId="ADAL" clId="{347A7B3C-9621-4D4A-8A32-8D0BA28E8B2E}" dt="2025-04-30T02:19:28.334" v="690" actId="1076"/>
          <ac:picMkLst>
            <pc:docMk/>
            <pc:sldMk cId="4037213130" sldId="284"/>
            <ac:picMk id="10" creationId="{911303A4-43B9-2710-3D1A-DD1005CE9AEA}"/>
          </ac:picMkLst>
        </pc:picChg>
      </pc:sldChg>
      <pc:sldChg chg="addSp delSp modSp mod">
        <pc:chgData name="Welch, Luke" userId="48f901a1-8571-407c-a806-9b6690f1630f" providerId="ADAL" clId="{347A7B3C-9621-4D4A-8A32-8D0BA28E8B2E}" dt="2025-04-30T20:09:40.797" v="965" actId="1076"/>
        <pc:sldMkLst>
          <pc:docMk/>
          <pc:sldMk cId="2517665764" sldId="285"/>
        </pc:sldMkLst>
        <pc:spChg chg="del">
          <ac:chgData name="Welch, Luke" userId="48f901a1-8571-407c-a806-9b6690f1630f" providerId="ADAL" clId="{347A7B3C-9621-4D4A-8A32-8D0BA28E8B2E}" dt="2025-04-29T21:22:13.778" v="2" actId="931"/>
          <ac:spMkLst>
            <pc:docMk/>
            <pc:sldMk cId="2517665764" sldId="285"/>
            <ac:spMk id="2" creationId="{96AFAC91-282A-2E8E-5BED-DAA8B8A0C4EC}"/>
          </ac:spMkLst>
        </pc:spChg>
        <pc:spChg chg="del">
          <ac:chgData name="Welch, Luke" userId="48f901a1-8571-407c-a806-9b6690f1630f" providerId="ADAL" clId="{347A7B3C-9621-4D4A-8A32-8D0BA28E8B2E}" dt="2025-04-29T21:29:42.708" v="9"/>
          <ac:spMkLst>
            <pc:docMk/>
            <pc:sldMk cId="2517665764" sldId="285"/>
            <ac:spMk id="3" creationId="{A2C9BD95-E16B-2377-1FC6-6E0C52016E35}"/>
          </ac:spMkLst>
        </pc:spChg>
        <pc:spChg chg="mod">
          <ac:chgData name="Welch, Luke" userId="48f901a1-8571-407c-a806-9b6690f1630f" providerId="ADAL" clId="{347A7B3C-9621-4D4A-8A32-8D0BA28E8B2E}" dt="2025-04-29T21:33:13.645" v="29" actId="20577"/>
          <ac:spMkLst>
            <pc:docMk/>
            <pc:sldMk cId="2517665764" sldId="285"/>
            <ac:spMk id="6" creationId="{1BEFD9D9-E049-61C9-D16E-05B6323E390F}"/>
          </ac:spMkLst>
        </pc:spChg>
        <pc:spChg chg="add del">
          <ac:chgData name="Welch, Luke" userId="48f901a1-8571-407c-a806-9b6690f1630f" providerId="ADAL" clId="{347A7B3C-9621-4D4A-8A32-8D0BA28E8B2E}" dt="2025-04-29T21:22:03.811" v="1" actId="22"/>
          <ac:spMkLst>
            <pc:docMk/>
            <pc:sldMk cId="2517665764" sldId="285"/>
            <ac:spMk id="8" creationId="{D75AA5FB-D5D1-AECD-4E3A-CB0082B6A2C4}"/>
          </ac:spMkLst>
        </pc:spChg>
        <pc:spChg chg="add del mod">
          <ac:chgData name="Welch, Luke" userId="48f901a1-8571-407c-a806-9b6690f1630f" providerId="ADAL" clId="{347A7B3C-9621-4D4A-8A32-8D0BA28E8B2E}" dt="2025-04-29T21:30:43.307" v="13" actId="931"/>
          <ac:spMkLst>
            <pc:docMk/>
            <pc:sldMk cId="2517665764" sldId="285"/>
            <ac:spMk id="13" creationId="{FC5AB147-E169-79E9-A7EF-4E122EEB38FC}"/>
          </ac:spMkLst>
        </pc:spChg>
        <pc:spChg chg="add del mod">
          <ac:chgData name="Welch, Luke" userId="48f901a1-8571-407c-a806-9b6690f1630f" providerId="ADAL" clId="{347A7B3C-9621-4D4A-8A32-8D0BA28E8B2E}" dt="2025-04-29T21:30:58.180" v="17" actId="931"/>
          <ac:spMkLst>
            <pc:docMk/>
            <pc:sldMk cId="2517665764" sldId="285"/>
            <ac:spMk id="17" creationId="{D3036EAE-20D9-6D8D-7CD2-3DABB66C12D9}"/>
          </ac:spMkLst>
        </pc:spChg>
        <pc:spChg chg="add del mod">
          <ac:chgData name="Welch, Luke" userId="48f901a1-8571-407c-a806-9b6690f1630f" providerId="ADAL" clId="{347A7B3C-9621-4D4A-8A32-8D0BA28E8B2E}" dt="2025-04-29T21:32:45.986" v="24"/>
          <ac:spMkLst>
            <pc:docMk/>
            <pc:sldMk cId="2517665764" sldId="285"/>
            <ac:spMk id="21" creationId="{B0C6D60E-A6D7-6E4A-43B1-1084B86A41A5}"/>
          </ac:spMkLst>
        </pc:spChg>
        <pc:spChg chg="add del mod">
          <ac:chgData name="Welch, Luke" userId="48f901a1-8571-407c-a806-9b6690f1630f" providerId="ADAL" clId="{347A7B3C-9621-4D4A-8A32-8D0BA28E8B2E}" dt="2025-04-30T20:09:22.837" v="959"/>
          <ac:spMkLst>
            <pc:docMk/>
            <pc:sldMk cId="2517665764" sldId="285"/>
            <ac:spMk id="25" creationId="{3291A18E-0AAD-5335-3FA9-5D13203D7117}"/>
          </ac:spMkLst>
        </pc:spChg>
        <pc:graphicFrameChg chg="add del mod modGraphic">
          <ac:chgData name="Welch, Luke" userId="48f901a1-8571-407c-a806-9b6690f1630f" providerId="ADAL" clId="{347A7B3C-9621-4D4A-8A32-8D0BA28E8B2E}" dt="2025-04-29T21:29:49.858" v="12" actId="478"/>
          <ac:graphicFrameMkLst>
            <pc:docMk/>
            <pc:sldMk cId="2517665764" sldId="285"/>
            <ac:graphicFrameMk id="11" creationId="{4F83C33E-F7B6-7FCC-1A97-0CCAEF94F8DE}"/>
          </ac:graphicFrameMkLst>
        </pc:graphicFrameChg>
        <pc:picChg chg="add mod">
          <ac:chgData name="Welch, Luke" userId="48f901a1-8571-407c-a806-9b6690f1630f" providerId="ADAL" clId="{347A7B3C-9621-4D4A-8A32-8D0BA28E8B2E}" dt="2025-04-29T21:22:30.148" v="8" actId="14100"/>
          <ac:picMkLst>
            <pc:docMk/>
            <pc:sldMk cId="2517665764" sldId="285"/>
            <ac:picMk id="10" creationId="{1B1179B1-73BA-99D2-F4AB-D35DD5189FB7}"/>
          </ac:picMkLst>
        </pc:picChg>
        <pc:picChg chg="add del mod">
          <ac:chgData name="Welch, Luke" userId="48f901a1-8571-407c-a806-9b6690f1630f" providerId="ADAL" clId="{347A7B3C-9621-4D4A-8A32-8D0BA28E8B2E}" dt="2025-04-29T21:30:49.911" v="16" actId="478"/>
          <ac:picMkLst>
            <pc:docMk/>
            <pc:sldMk cId="2517665764" sldId="285"/>
            <ac:picMk id="15" creationId="{BCA18E88-5319-A953-192C-0CBFCFF873A8}"/>
          </ac:picMkLst>
        </pc:picChg>
        <pc:picChg chg="add del mod">
          <ac:chgData name="Welch, Luke" userId="48f901a1-8571-407c-a806-9b6690f1630f" providerId="ADAL" clId="{347A7B3C-9621-4D4A-8A32-8D0BA28E8B2E}" dt="2025-04-29T21:31:58.370" v="23" actId="478"/>
          <ac:picMkLst>
            <pc:docMk/>
            <pc:sldMk cId="2517665764" sldId="285"/>
            <ac:picMk id="19" creationId="{8D2FFD43-EFCF-146E-2675-F6615DE7E049}"/>
          </ac:picMkLst>
        </pc:picChg>
        <pc:picChg chg="add del mod">
          <ac:chgData name="Welch, Luke" userId="48f901a1-8571-407c-a806-9b6690f1630f" providerId="ADAL" clId="{347A7B3C-9621-4D4A-8A32-8D0BA28E8B2E}" dt="2025-04-30T20:09:15.059" v="958" actId="478"/>
          <ac:picMkLst>
            <pc:docMk/>
            <pc:sldMk cId="2517665764" sldId="285"/>
            <ac:picMk id="23" creationId="{9D295024-672C-262F-58F8-EC7881263819}"/>
          </ac:picMkLst>
        </pc:picChg>
        <pc:picChg chg="add mod">
          <ac:chgData name="Welch, Luke" userId="48f901a1-8571-407c-a806-9b6690f1630f" providerId="ADAL" clId="{347A7B3C-9621-4D4A-8A32-8D0BA28E8B2E}" dt="2025-04-30T20:09:40.797" v="965" actId="1076"/>
          <ac:picMkLst>
            <pc:docMk/>
            <pc:sldMk cId="2517665764" sldId="285"/>
            <ac:picMk id="27" creationId="{D7E6446C-2DB3-AF27-41F5-095546BC98AA}"/>
          </ac:picMkLst>
        </pc:picChg>
      </pc:sldChg>
      <pc:sldChg chg="modSp mod">
        <pc:chgData name="Welch, Luke" userId="48f901a1-8571-407c-a806-9b6690f1630f" providerId="ADAL" clId="{347A7B3C-9621-4D4A-8A32-8D0BA28E8B2E}" dt="2025-04-30T20:29:23.953" v="971" actId="27636"/>
        <pc:sldMkLst>
          <pc:docMk/>
          <pc:sldMk cId="640192725" sldId="286"/>
        </pc:sldMkLst>
        <pc:spChg chg="mod">
          <ac:chgData name="Welch, Luke" userId="48f901a1-8571-407c-a806-9b6690f1630f" providerId="ADAL" clId="{347A7B3C-9621-4D4A-8A32-8D0BA28E8B2E}" dt="2025-04-30T20:29:23.953" v="971" actId="27636"/>
          <ac:spMkLst>
            <pc:docMk/>
            <pc:sldMk cId="640192725" sldId="286"/>
            <ac:spMk id="2" creationId="{1DFCA76D-CE78-4CB6-69B4-2859EAAFFD6C}"/>
          </ac:spMkLst>
        </pc:spChg>
      </pc:sldChg>
    </pc:docChg>
  </pc:docChgLst>
  <pc:docChgLst>
    <pc:chgData name="Gijsbertsen, Laurens" userId="35a76cf5-4e68-4cb5-81af-839fc0604d05" providerId="ADAL" clId="{F5734811-E94A-4C46-9119-7C663644F175}"/>
    <pc:docChg chg="undo custSel modSld">
      <pc:chgData name="Gijsbertsen, Laurens" userId="35a76cf5-4e68-4cb5-81af-839fc0604d05" providerId="ADAL" clId="{F5734811-E94A-4C46-9119-7C663644F175}" dt="2025-04-30T18:19:04.860" v="115" actId="113"/>
      <pc:docMkLst>
        <pc:docMk/>
      </pc:docMkLst>
      <pc:sldChg chg="modSp mod">
        <pc:chgData name="Gijsbertsen, Laurens" userId="35a76cf5-4e68-4cb5-81af-839fc0604d05" providerId="ADAL" clId="{F5734811-E94A-4C46-9119-7C663644F175}" dt="2025-04-30T18:18:36.178" v="106" actId="27636"/>
        <pc:sldMkLst>
          <pc:docMk/>
          <pc:sldMk cId="1485909516" sldId="278"/>
        </pc:sldMkLst>
        <pc:spChg chg="mod">
          <ac:chgData name="Gijsbertsen, Laurens" userId="35a76cf5-4e68-4cb5-81af-839fc0604d05" providerId="ADAL" clId="{F5734811-E94A-4C46-9119-7C663644F175}" dt="2025-04-30T18:18:36.178" v="106" actId="27636"/>
          <ac:spMkLst>
            <pc:docMk/>
            <pc:sldMk cId="1485909516" sldId="278"/>
            <ac:spMk id="2" creationId="{70065272-B427-C3B2-BCA4-56F952DB8AED}"/>
          </ac:spMkLst>
        </pc:spChg>
      </pc:sldChg>
      <pc:sldChg chg="modSp mod">
        <pc:chgData name="Gijsbertsen, Laurens" userId="35a76cf5-4e68-4cb5-81af-839fc0604d05" providerId="ADAL" clId="{F5734811-E94A-4C46-9119-7C663644F175}" dt="2025-04-30T17:20:33.267" v="11" actId="207"/>
        <pc:sldMkLst>
          <pc:docMk/>
          <pc:sldMk cId="2204278369" sldId="279"/>
        </pc:sldMkLst>
        <pc:spChg chg="mod">
          <ac:chgData name="Gijsbertsen, Laurens" userId="35a76cf5-4e68-4cb5-81af-839fc0604d05" providerId="ADAL" clId="{F5734811-E94A-4C46-9119-7C663644F175}" dt="2025-04-30T17:17:32.628" v="0"/>
          <ac:spMkLst>
            <pc:docMk/>
            <pc:sldMk cId="2204278369" sldId="279"/>
            <ac:spMk id="4" creationId="{052BBF47-4639-0A62-6009-AFAD5F88287A}"/>
          </ac:spMkLst>
        </pc:spChg>
        <pc:spChg chg="mod">
          <ac:chgData name="Gijsbertsen, Laurens" userId="35a76cf5-4e68-4cb5-81af-839fc0604d05" providerId="ADAL" clId="{F5734811-E94A-4C46-9119-7C663644F175}" dt="2025-04-30T17:20:26.915" v="9" actId="403"/>
          <ac:spMkLst>
            <pc:docMk/>
            <pc:sldMk cId="2204278369" sldId="279"/>
            <ac:spMk id="7" creationId="{4CF7641E-D0B3-D101-4D4C-AE40BA767BDF}"/>
          </ac:spMkLst>
        </pc:spChg>
        <pc:spChg chg="mod">
          <ac:chgData name="Gijsbertsen, Laurens" userId="35a76cf5-4e68-4cb5-81af-839fc0604d05" providerId="ADAL" clId="{F5734811-E94A-4C46-9119-7C663644F175}" dt="2025-04-30T17:20:33.267" v="11" actId="207"/>
          <ac:spMkLst>
            <pc:docMk/>
            <pc:sldMk cId="2204278369" sldId="279"/>
            <ac:spMk id="9" creationId="{AD7FF7C5-C716-DC9B-C91E-8318E745802B}"/>
          </ac:spMkLst>
        </pc:spChg>
      </pc:sldChg>
      <pc:sldChg chg="modSp mod">
        <pc:chgData name="Gijsbertsen, Laurens" userId="35a76cf5-4e68-4cb5-81af-839fc0604d05" providerId="ADAL" clId="{F5734811-E94A-4C46-9119-7C663644F175}" dt="2025-04-30T18:18:47.681" v="110" actId="403"/>
        <pc:sldMkLst>
          <pc:docMk/>
          <pc:sldMk cId="1553780581" sldId="281"/>
        </pc:sldMkLst>
        <pc:spChg chg="mod">
          <ac:chgData name="Gijsbertsen, Laurens" userId="35a76cf5-4e68-4cb5-81af-839fc0604d05" providerId="ADAL" clId="{F5734811-E94A-4C46-9119-7C663644F175}" dt="2025-04-30T18:18:43.613" v="109" actId="403"/>
          <ac:spMkLst>
            <pc:docMk/>
            <pc:sldMk cId="1553780581" sldId="281"/>
            <ac:spMk id="3" creationId="{A05A9964-EC18-123D-7631-07E1F0366AF6}"/>
          </ac:spMkLst>
        </pc:spChg>
        <pc:spChg chg="mod">
          <ac:chgData name="Gijsbertsen, Laurens" userId="35a76cf5-4e68-4cb5-81af-839fc0604d05" providerId="ADAL" clId="{F5734811-E94A-4C46-9119-7C663644F175}" dt="2025-04-30T17:17:46.172" v="2"/>
          <ac:spMkLst>
            <pc:docMk/>
            <pc:sldMk cId="1553780581" sldId="281"/>
            <ac:spMk id="4" creationId="{52BF397F-FEE1-8F31-0A75-7C88B19BF3F9}"/>
          </ac:spMkLst>
        </pc:spChg>
        <pc:spChg chg="mod">
          <ac:chgData name="Gijsbertsen, Laurens" userId="35a76cf5-4e68-4cb5-81af-839fc0604d05" providerId="ADAL" clId="{F5734811-E94A-4C46-9119-7C663644F175}" dt="2025-04-30T18:18:47.681" v="110" actId="403"/>
          <ac:spMkLst>
            <pc:docMk/>
            <pc:sldMk cId="1553780581" sldId="281"/>
            <ac:spMk id="8" creationId="{F31D00E4-542D-4247-11C3-EDA683618ED0}"/>
          </ac:spMkLst>
        </pc:spChg>
      </pc:sldChg>
      <pc:sldChg chg="addSp modSp mod">
        <pc:chgData name="Gijsbertsen, Laurens" userId="35a76cf5-4e68-4cb5-81af-839fc0604d05" providerId="ADAL" clId="{F5734811-E94A-4C46-9119-7C663644F175}" dt="2025-04-30T18:19:04.860" v="115" actId="113"/>
        <pc:sldMkLst>
          <pc:docMk/>
          <pc:sldMk cId="2380657699" sldId="283"/>
        </pc:sldMkLst>
        <pc:spChg chg="add mod">
          <ac:chgData name="Gijsbertsen, Laurens" userId="35a76cf5-4e68-4cb5-81af-839fc0604d05" providerId="ADAL" clId="{F5734811-E94A-4C46-9119-7C663644F175}" dt="2025-04-30T17:20:49.225" v="23" actId="20577"/>
          <ac:spMkLst>
            <pc:docMk/>
            <pc:sldMk cId="2380657699" sldId="283"/>
            <ac:spMk id="4" creationId="{210B53F9-9D01-52E7-0B98-42C7FBA3228C}"/>
          </ac:spMkLst>
        </pc:spChg>
        <pc:spChg chg="mod">
          <ac:chgData name="Gijsbertsen, Laurens" userId="35a76cf5-4e68-4cb5-81af-839fc0604d05" providerId="ADAL" clId="{F5734811-E94A-4C46-9119-7C663644F175}" dt="2025-04-30T18:19:04.860" v="115" actId="113"/>
          <ac:spMkLst>
            <pc:docMk/>
            <pc:sldMk cId="2380657699" sldId="283"/>
            <ac:spMk id="5" creationId="{A5B9FEDE-958E-380E-E4D0-D718D0FA795C}"/>
          </ac:spMkLst>
        </pc:spChg>
        <pc:picChg chg="mod">
          <ac:chgData name="Gijsbertsen, Laurens" userId="35a76cf5-4e68-4cb5-81af-839fc0604d05" providerId="ADAL" clId="{F5734811-E94A-4C46-9119-7C663644F175}" dt="2025-04-30T17:20:56.735" v="25" actId="1076"/>
          <ac:picMkLst>
            <pc:docMk/>
            <pc:sldMk cId="2380657699" sldId="283"/>
            <ac:picMk id="2" creationId="{676DE45F-56EB-E547-2A46-AE7C8995DF17}"/>
          </ac:picMkLst>
        </pc:picChg>
        <pc:picChg chg="mod">
          <ac:chgData name="Gijsbertsen, Laurens" userId="35a76cf5-4e68-4cb5-81af-839fc0604d05" providerId="ADAL" clId="{F5734811-E94A-4C46-9119-7C663644F175}" dt="2025-04-30T17:20:58.926" v="26" actId="1076"/>
          <ac:picMkLst>
            <pc:docMk/>
            <pc:sldMk cId="2380657699" sldId="283"/>
            <ac:picMk id="3" creationId="{0132CD2F-0E40-1E1A-B037-E8AB2505A873}"/>
          </ac:picMkLst>
        </pc:picChg>
        <pc:picChg chg="mod">
          <ac:chgData name="Gijsbertsen, Laurens" userId="35a76cf5-4e68-4cb5-81af-839fc0604d05" providerId="ADAL" clId="{F5734811-E94A-4C46-9119-7C663644F175}" dt="2025-04-30T17:21:03.098" v="29" actId="1076"/>
          <ac:picMkLst>
            <pc:docMk/>
            <pc:sldMk cId="2380657699" sldId="283"/>
            <ac:picMk id="9" creationId="{52A444A9-64AA-BF51-01E7-91E1DBED8683}"/>
          </ac:picMkLst>
        </pc:picChg>
      </pc:sldChg>
      <pc:sldChg chg="modSp mod">
        <pc:chgData name="Gijsbertsen, Laurens" userId="35a76cf5-4e68-4cb5-81af-839fc0604d05" providerId="ADAL" clId="{F5734811-E94A-4C46-9119-7C663644F175}" dt="2025-04-30T17:21:28.469" v="37" actId="20577"/>
        <pc:sldMkLst>
          <pc:docMk/>
          <pc:sldMk cId="4037213130" sldId="284"/>
        </pc:sldMkLst>
        <pc:spChg chg="mod">
          <ac:chgData name="Gijsbertsen, Laurens" userId="35a76cf5-4e68-4cb5-81af-839fc0604d05" providerId="ADAL" clId="{F5734811-E94A-4C46-9119-7C663644F175}" dt="2025-04-30T17:21:28.469" v="37" actId="20577"/>
          <ac:spMkLst>
            <pc:docMk/>
            <pc:sldMk cId="4037213130" sldId="284"/>
            <ac:spMk id="4" creationId="{474FE0E4-5030-EBEB-1807-9EA3292F1A64}"/>
          </ac:spMkLst>
        </pc:spChg>
      </pc:sldChg>
      <pc:sldChg chg="addSp delSp modSp mod">
        <pc:chgData name="Gijsbertsen, Laurens" userId="35a76cf5-4e68-4cb5-81af-839fc0604d05" providerId="ADAL" clId="{F5734811-E94A-4C46-9119-7C663644F175}" dt="2025-04-30T17:21:56.207" v="46" actId="478"/>
        <pc:sldMkLst>
          <pc:docMk/>
          <pc:sldMk cId="2517665764" sldId="285"/>
        </pc:sldMkLst>
        <pc:spChg chg="add del mod">
          <ac:chgData name="Gijsbertsen, Laurens" userId="35a76cf5-4e68-4cb5-81af-839fc0604d05" providerId="ADAL" clId="{F5734811-E94A-4C46-9119-7C663644F175}" dt="2025-04-30T17:21:56.207" v="46" actId="478"/>
          <ac:spMkLst>
            <pc:docMk/>
            <pc:sldMk cId="2517665764" sldId="285"/>
            <ac:spMk id="2" creationId="{F2830CFF-FA34-CD02-57EE-8E9EF6AA6CCF}"/>
          </ac:spMkLst>
        </pc:spChg>
      </pc:sldChg>
      <pc:sldChg chg="modSp mod">
        <pc:chgData name="Gijsbertsen, Laurens" userId="35a76cf5-4e68-4cb5-81af-839fc0604d05" providerId="ADAL" clId="{F5734811-E94A-4C46-9119-7C663644F175}" dt="2025-04-30T18:16:57.597" v="56" actId="2711"/>
        <pc:sldMkLst>
          <pc:docMk/>
          <pc:sldMk cId="3332574631" sldId="287"/>
        </pc:sldMkLst>
        <pc:spChg chg="mod">
          <ac:chgData name="Gijsbertsen, Laurens" userId="35a76cf5-4e68-4cb5-81af-839fc0604d05" providerId="ADAL" clId="{F5734811-E94A-4C46-9119-7C663644F175}" dt="2025-04-30T17:22:34.193" v="55" actId="14100"/>
          <ac:spMkLst>
            <pc:docMk/>
            <pc:sldMk cId="3332574631" sldId="287"/>
            <ac:spMk id="2" creationId="{40DDB57A-7D7F-D54E-35CF-8632F1266406}"/>
          </ac:spMkLst>
        </pc:spChg>
        <pc:spChg chg="mod">
          <ac:chgData name="Gijsbertsen, Laurens" userId="35a76cf5-4e68-4cb5-81af-839fc0604d05" providerId="ADAL" clId="{F5734811-E94A-4C46-9119-7C663644F175}" dt="2025-04-30T17:17:32.678" v="1" actId="27636"/>
          <ac:spMkLst>
            <pc:docMk/>
            <pc:sldMk cId="3332574631" sldId="287"/>
            <ac:spMk id="3" creationId="{4A9DF7C3-6CD4-299A-8FBF-A3AB34941D7A}"/>
          </ac:spMkLst>
        </pc:spChg>
        <pc:spChg chg="mod">
          <ac:chgData name="Gijsbertsen, Laurens" userId="35a76cf5-4e68-4cb5-81af-839fc0604d05" providerId="ADAL" clId="{F5734811-E94A-4C46-9119-7C663644F175}" dt="2025-04-30T18:16:57.597" v="56" actId="2711"/>
          <ac:spMkLst>
            <pc:docMk/>
            <pc:sldMk cId="3332574631" sldId="287"/>
            <ac:spMk id="9" creationId="{3DEB9B6E-F9F1-7756-F254-2334929D2D9A}"/>
          </ac:spMkLst>
        </pc:spChg>
      </pc:sldChg>
      <pc:sldChg chg="addSp delSp modSp mod">
        <pc:chgData name="Gijsbertsen, Laurens" userId="35a76cf5-4e68-4cb5-81af-839fc0604d05" providerId="ADAL" clId="{F5734811-E94A-4C46-9119-7C663644F175}" dt="2025-04-30T17:22:23.277" v="53" actId="207"/>
        <pc:sldMkLst>
          <pc:docMk/>
          <pc:sldMk cId="1058118415" sldId="288"/>
        </pc:sldMkLst>
        <pc:spChg chg="mod">
          <ac:chgData name="Gijsbertsen, Laurens" userId="35a76cf5-4e68-4cb5-81af-839fc0604d05" providerId="ADAL" clId="{F5734811-E94A-4C46-9119-7C663644F175}" dt="2025-04-30T17:22:23.277" v="53" actId="207"/>
          <ac:spMkLst>
            <pc:docMk/>
            <pc:sldMk cId="1058118415" sldId="288"/>
            <ac:spMk id="2" creationId="{C5E7D697-223E-1885-8D7A-D8C4CB49A667}"/>
          </ac:spMkLst>
        </pc:spChg>
        <pc:spChg chg="del">
          <ac:chgData name="Gijsbertsen, Laurens" userId="35a76cf5-4e68-4cb5-81af-839fc0604d05" providerId="ADAL" clId="{F5734811-E94A-4C46-9119-7C663644F175}" dt="2025-04-30T17:21:46.827" v="38" actId="478"/>
          <ac:spMkLst>
            <pc:docMk/>
            <pc:sldMk cId="1058118415" sldId="288"/>
            <ac:spMk id="6" creationId="{6E20A526-9B05-AA64-4123-5E07601DDB0D}"/>
          </ac:spMkLst>
        </pc:spChg>
        <pc:spChg chg="add del mod">
          <ac:chgData name="Gijsbertsen, Laurens" userId="35a76cf5-4e68-4cb5-81af-839fc0604d05" providerId="ADAL" clId="{F5734811-E94A-4C46-9119-7C663644F175}" dt="2025-04-30T17:22:00.243" v="48"/>
          <ac:spMkLst>
            <pc:docMk/>
            <pc:sldMk cId="1058118415" sldId="288"/>
            <ac:spMk id="8" creationId="{288A7E9C-CAC9-7823-E537-3CA718273CED}"/>
          </ac:spMkLst>
        </pc:spChg>
        <pc:spChg chg="add mod">
          <ac:chgData name="Gijsbertsen, Laurens" userId="35a76cf5-4e68-4cb5-81af-839fc0604d05" providerId="ADAL" clId="{F5734811-E94A-4C46-9119-7C663644F175}" dt="2025-04-30T17:21:58.928" v="47"/>
          <ac:spMkLst>
            <pc:docMk/>
            <pc:sldMk cId="1058118415" sldId="288"/>
            <ac:spMk id="9" creationId="{6CBD0245-E176-44FB-1091-CA07796E77CA}"/>
          </ac:spMkLst>
        </pc:spChg>
        <pc:spChg chg="add mod">
          <ac:chgData name="Gijsbertsen, Laurens" userId="35a76cf5-4e68-4cb5-81af-839fc0604d05" providerId="ADAL" clId="{F5734811-E94A-4C46-9119-7C663644F175}" dt="2025-04-30T17:22:07.710" v="52" actId="404"/>
          <ac:spMkLst>
            <pc:docMk/>
            <pc:sldMk cId="1058118415" sldId="288"/>
            <ac:spMk id="10" creationId="{4F7C1240-A101-F038-E393-139342D5DFFE}"/>
          </ac:spMkLst>
        </pc:spChg>
      </pc:sldChg>
    </pc:docChg>
  </pc:docChgLst>
  <pc:docChgLst>
    <pc:chgData name="Gutierrez, Miguel" userId="S::magutierrez@smu.edu::11eb2ac2-d90b-461b-a422-e24ef9710a98" providerId="AD" clId="Web-{ADA6A08E-DA15-13CE-56C0-27798D756B83}"/>
    <pc:docChg chg="addSld modSld">
      <pc:chgData name="Gutierrez, Miguel" userId="S::magutierrez@smu.edu::11eb2ac2-d90b-461b-a422-e24ef9710a98" providerId="AD" clId="Web-{ADA6A08E-DA15-13CE-56C0-27798D756B83}" dt="2025-04-30T04:08:53.035" v="9"/>
      <pc:docMkLst>
        <pc:docMk/>
      </pc:docMkLst>
      <pc:sldChg chg="addSp delSp modSp new mod modClrScheme chgLayout">
        <pc:chgData name="Gutierrez, Miguel" userId="S::magutierrez@smu.edu::11eb2ac2-d90b-461b-a422-e24ef9710a98" providerId="AD" clId="Web-{ADA6A08E-DA15-13CE-56C0-27798D756B83}" dt="2025-04-30T04:08:53.035" v="9"/>
        <pc:sldMkLst>
          <pc:docMk/>
          <pc:sldMk cId="7816815" sldId="288"/>
        </pc:sldMkLst>
        <pc:spChg chg="del">
          <ac:chgData name="Gutierrez, Miguel" userId="S::magutierrez@smu.edu::11eb2ac2-d90b-461b-a422-e24ef9710a98" providerId="AD" clId="Web-{ADA6A08E-DA15-13CE-56C0-27798D756B83}" dt="2025-04-30T04:08:41.660" v="6"/>
          <ac:spMkLst>
            <pc:docMk/>
            <pc:sldMk cId="7816815" sldId="288"/>
            <ac:spMk id="2" creationId="{88E429E8-3ED3-D4E8-E140-154FD03D7D85}"/>
          </ac:spMkLst>
        </pc:spChg>
        <pc:spChg chg="del">
          <ac:chgData name="Gutierrez, Miguel" userId="S::magutierrez@smu.edu::11eb2ac2-d90b-461b-a422-e24ef9710a98" providerId="AD" clId="Web-{ADA6A08E-DA15-13CE-56C0-27798D756B83}" dt="2025-04-30T04:08:53.035" v="9"/>
          <ac:spMkLst>
            <pc:docMk/>
            <pc:sldMk cId="7816815" sldId="288"/>
            <ac:spMk id="3" creationId="{527FA849-E117-AFA1-39C5-DB375DFAF86E}"/>
          </ac:spMkLst>
        </pc:spChg>
        <pc:spChg chg="mod">
          <ac:chgData name="Gutierrez, Miguel" userId="S::magutierrez@smu.edu::11eb2ac2-d90b-461b-a422-e24ef9710a98" providerId="AD" clId="Web-{ADA6A08E-DA15-13CE-56C0-27798D756B83}" dt="2025-04-30T04:08:53.035" v="9"/>
          <ac:spMkLst>
            <pc:docMk/>
            <pc:sldMk cId="7816815" sldId="288"/>
            <ac:spMk id="4" creationId="{D0A58975-0AE7-D551-7658-1DAD9C506614}"/>
          </ac:spMkLst>
        </pc:spChg>
        <pc:spChg chg="mod">
          <ac:chgData name="Gutierrez, Miguel" userId="S::magutierrez@smu.edu::11eb2ac2-d90b-461b-a422-e24ef9710a98" providerId="AD" clId="Web-{ADA6A08E-DA15-13CE-56C0-27798D756B83}" dt="2025-04-30T04:08:53.035" v="9"/>
          <ac:spMkLst>
            <pc:docMk/>
            <pc:sldMk cId="7816815" sldId="288"/>
            <ac:spMk id="5" creationId="{FEC1CA52-2BA1-BEFF-C041-093EEB76355E}"/>
          </ac:spMkLst>
        </pc:spChg>
        <pc:spChg chg="mod ord">
          <ac:chgData name="Gutierrez, Miguel" userId="S::magutierrez@smu.edu::11eb2ac2-d90b-461b-a422-e24ef9710a98" providerId="AD" clId="Web-{ADA6A08E-DA15-13CE-56C0-27798D756B83}" dt="2025-04-30T04:08:53.035" v="9"/>
          <ac:spMkLst>
            <pc:docMk/>
            <pc:sldMk cId="7816815" sldId="288"/>
            <ac:spMk id="6" creationId="{EA010370-5A89-E2A0-B7A4-BFB5863A68FA}"/>
          </ac:spMkLst>
        </pc:spChg>
        <pc:spChg chg="add mod">
          <ac:chgData name="Gutierrez, Miguel" userId="S::magutierrez@smu.edu::11eb2ac2-d90b-461b-a422-e24ef9710a98" providerId="AD" clId="Web-{ADA6A08E-DA15-13CE-56C0-27798D756B83}" dt="2025-04-30T04:08:53.035" v="9"/>
          <ac:spMkLst>
            <pc:docMk/>
            <pc:sldMk cId="7816815" sldId="288"/>
            <ac:spMk id="12" creationId="{877546FB-7B80-BA8C-0A00-B02ECABDA88C}"/>
          </ac:spMkLst>
        </pc:spChg>
        <pc:picChg chg="add mod ord">
          <ac:chgData name="Gutierrez, Miguel" userId="S::magutierrez@smu.edu::11eb2ac2-d90b-461b-a422-e24ef9710a98" providerId="AD" clId="Web-{ADA6A08E-DA15-13CE-56C0-27798D756B83}" dt="2025-04-30T04:08:53.035" v="9"/>
          <ac:picMkLst>
            <pc:docMk/>
            <pc:sldMk cId="7816815" sldId="288"/>
            <ac:picMk id="7" creationId="{DE8D0AAA-F19C-99CF-9580-4134FC542A18}"/>
          </ac:picMkLst>
        </pc:picChg>
      </pc:sldChg>
    </pc:docChg>
  </pc:docChgLst>
  <pc:docChgLst>
    <pc:chgData name="Gutierrez, Miguel" userId="S::magutierrez@smu.edu::11eb2ac2-d90b-461b-a422-e24ef9710a98" providerId="AD" clId="Web-{B5E0B675-C2C1-2D9F-7513-E10DACB3F551}"/>
    <pc:docChg chg="modSld">
      <pc:chgData name="Gutierrez, Miguel" userId="S::magutierrez@smu.edu::11eb2ac2-d90b-461b-a422-e24ef9710a98" providerId="AD" clId="Web-{B5E0B675-C2C1-2D9F-7513-E10DACB3F551}" dt="2025-04-30T14:55:02.409" v="20"/>
      <pc:docMkLst>
        <pc:docMk/>
      </pc:docMkLst>
      <pc:sldChg chg="addSp modSp">
        <pc:chgData name="Gutierrez, Miguel" userId="S::magutierrez@smu.edu::11eb2ac2-d90b-461b-a422-e24ef9710a98" providerId="AD" clId="Web-{B5E0B675-C2C1-2D9F-7513-E10DACB3F551}" dt="2025-04-30T14:55:02.409" v="20"/>
        <pc:sldMkLst>
          <pc:docMk/>
          <pc:sldMk cId="259058363" sldId="264"/>
        </pc:sldMkLst>
        <pc:spChg chg="add mod">
          <ac:chgData name="Gutierrez, Miguel" userId="S::magutierrez@smu.edu::11eb2ac2-d90b-461b-a422-e24ef9710a98" providerId="AD" clId="Web-{B5E0B675-C2C1-2D9F-7513-E10DACB3F551}" dt="2025-04-30T14:55:02.409" v="20"/>
          <ac:spMkLst>
            <pc:docMk/>
            <pc:sldMk cId="259058363" sldId="264"/>
            <ac:spMk id="2" creationId="{5604FE75-E03F-8ED0-F12C-EEE2C429FBD8}"/>
          </ac:spMkLst>
        </pc:spChg>
      </pc:sldChg>
    </pc:docChg>
  </pc:docChgLst>
  <pc:docChgLst>
    <pc:chgData name="Gutierrez, Miguel" userId="S::magutierrez@smu.edu::11eb2ac2-d90b-461b-a422-e24ef9710a98" providerId="AD" clId="Web-{42437E86-2559-2A5E-C048-264B565CFB26}"/>
    <pc:docChg chg="delSld modSld">
      <pc:chgData name="Gutierrez, Miguel" userId="S::magutierrez@smu.edu::11eb2ac2-d90b-461b-a422-e24ef9710a98" providerId="AD" clId="Web-{42437E86-2559-2A5E-C048-264B565CFB26}" dt="2025-04-30T04:28:47.424" v="117" actId="20577"/>
      <pc:docMkLst>
        <pc:docMk/>
      </pc:docMkLst>
      <pc:sldChg chg="addSp modSp">
        <pc:chgData name="Gutierrez, Miguel" userId="S::magutierrez@smu.edu::11eb2ac2-d90b-461b-a422-e24ef9710a98" providerId="AD" clId="Web-{42437E86-2559-2A5E-C048-264B565CFB26}" dt="2025-04-30T04:17:35.252" v="58"/>
        <pc:sldMkLst>
          <pc:docMk/>
          <pc:sldMk cId="1553780581" sldId="281"/>
        </pc:sldMkLst>
        <pc:spChg chg="mod">
          <ac:chgData name="Gutierrez, Miguel" userId="S::magutierrez@smu.edu::11eb2ac2-d90b-461b-a422-e24ef9710a98" providerId="AD" clId="Web-{42437E86-2559-2A5E-C048-264B565CFB26}" dt="2025-04-30T04:17:24.206" v="56" actId="1076"/>
          <ac:spMkLst>
            <pc:docMk/>
            <pc:sldMk cId="1553780581" sldId="281"/>
            <ac:spMk id="3" creationId="{A05A9964-EC18-123D-7631-07E1F0366AF6}"/>
          </ac:spMkLst>
        </pc:spChg>
        <pc:spChg chg="mod">
          <ac:chgData name="Gutierrez, Miguel" userId="S::magutierrez@smu.edu::11eb2ac2-d90b-461b-a422-e24ef9710a98" providerId="AD" clId="Web-{42437E86-2559-2A5E-C048-264B565CFB26}" dt="2025-04-30T04:15:53.565" v="12" actId="1076"/>
          <ac:spMkLst>
            <pc:docMk/>
            <pc:sldMk cId="1553780581" sldId="281"/>
            <ac:spMk id="8" creationId="{F31D00E4-542D-4247-11C3-EDA683618ED0}"/>
          </ac:spMkLst>
        </pc:spChg>
        <pc:spChg chg="add mod">
          <ac:chgData name="Gutierrez, Miguel" userId="S::magutierrez@smu.edu::11eb2ac2-d90b-461b-a422-e24ef9710a98" providerId="AD" clId="Web-{42437E86-2559-2A5E-C048-264B565CFB26}" dt="2025-04-30T04:17:35.252" v="58"/>
          <ac:spMkLst>
            <pc:docMk/>
            <pc:sldMk cId="1553780581" sldId="281"/>
            <ac:spMk id="9" creationId="{A9773001-D8DB-7910-347A-62EA29448C22}"/>
          </ac:spMkLst>
        </pc:spChg>
        <pc:picChg chg="add mod">
          <ac:chgData name="Gutierrez, Miguel" userId="S::magutierrez@smu.edu::11eb2ac2-d90b-461b-a422-e24ef9710a98" providerId="AD" clId="Web-{42437E86-2559-2A5E-C048-264B565CFB26}" dt="2025-04-30T04:16:41.784" v="34" actId="1076"/>
          <ac:picMkLst>
            <pc:docMk/>
            <pc:sldMk cId="1553780581" sldId="281"/>
            <ac:picMk id="2" creationId="{AAB149C1-AC82-304A-3666-BCD5DD51C8AF}"/>
          </ac:picMkLst>
        </pc:picChg>
      </pc:sldChg>
      <pc:sldChg chg="addSp modSp">
        <pc:chgData name="Gutierrez, Miguel" userId="S::magutierrez@smu.edu::11eb2ac2-d90b-461b-a422-e24ef9710a98" providerId="AD" clId="Web-{42437E86-2559-2A5E-C048-264B565CFB26}" dt="2025-04-30T04:28:47.424" v="117" actId="20577"/>
        <pc:sldMkLst>
          <pc:docMk/>
          <pc:sldMk cId="2380657699" sldId="283"/>
        </pc:sldMkLst>
        <pc:spChg chg="add mod">
          <ac:chgData name="Gutierrez, Miguel" userId="S::magutierrez@smu.edu::11eb2ac2-d90b-461b-a422-e24ef9710a98" providerId="AD" clId="Web-{42437E86-2559-2A5E-C048-264B565CFB26}" dt="2025-04-30T04:28:47.424" v="117" actId="20577"/>
          <ac:spMkLst>
            <pc:docMk/>
            <pc:sldMk cId="2380657699" sldId="283"/>
            <ac:spMk id="5" creationId="{A5B9FEDE-958E-380E-E4D0-D718D0FA795C}"/>
          </ac:spMkLst>
        </pc:spChg>
        <pc:picChg chg="add mod">
          <ac:chgData name="Gutierrez, Miguel" userId="S::magutierrez@smu.edu::11eb2ac2-d90b-461b-a422-e24ef9710a98" providerId="AD" clId="Web-{42437E86-2559-2A5E-C048-264B565CFB26}" dt="2025-04-30T04:22:41.519" v="81" actId="1076"/>
          <ac:picMkLst>
            <pc:docMk/>
            <pc:sldMk cId="2380657699" sldId="283"/>
            <ac:picMk id="2" creationId="{676DE45F-56EB-E547-2A46-AE7C8995DF17}"/>
          </ac:picMkLst>
        </pc:picChg>
        <pc:picChg chg="add mod">
          <ac:chgData name="Gutierrez, Miguel" userId="S::magutierrez@smu.edu::11eb2ac2-d90b-461b-a422-e24ef9710a98" providerId="AD" clId="Web-{42437E86-2559-2A5E-C048-264B565CFB26}" dt="2025-04-30T04:22:41.566" v="82" actId="1076"/>
          <ac:picMkLst>
            <pc:docMk/>
            <pc:sldMk cId="2380657699" sldId="283"/>
            <ac:picMk id="3" creationId="{0132CD2F-0E40-1E1A-B037-E8AB2505A873}"/>
          </ac:picMkLst>
        </pc:picChg>
        <pc:picChg chg="mod">
          <ac:chgData name="Gutierrez, Miguel" userId="S::magutierrez@smu.edu::11eb2ac2-d90b-461b-a422-e24ef9710a98" providerId="AD" clId="Web-{42437E86-2559-2A5E-C048-264B565CFB26}" dt="2025-04-30T04:21:57.347" v="67" actId="14100"/>
          <ac:picMkLst>
            <pc:docMk/>
            <pc:sldMk cId="2380657699" sldId="283"/>
            <ac:picMk id="9" creationId="{52A444A9-64AA-BF51-01E7-91E1DBED8683}"/>
          </ac:picMkLst>
        </pc:picChg>
      </pc:sldChg>
      <pc:sldChg chg="addSp delSp modSp del">
        <pc:chgData name="Gutierrez, Miguel" userId="S::magutierrez@smu.edu::11eb2ac2-d90b-461b-a422-e24ef9710a98" providerId="AD" clId="Web-{42437E86-2559-2A5E-C048-264B565CFB26}" dt="2025-04-30T04:18:16.752" v="59"/>
        <pc:sldMkLst>
          <pc:docMk/>
          <pc:sldMk cId="7816815" sldId="288"/>
        </pc:sldMkLst>
        <pc:spChg chg="add mod">
          <ac:chgData name="Gutierrez, Miguel" userId="S::magutierrez@smu.edu::11eb2ac2-d90b-461b-a422-e24ef9710a98" providerId="AD" clId="Web-{42437E86-2559-2A5E-C048-264B565CFB26}" dt="2025-04-30T04:16:31.924" v="28"/>
          <ac:spMkLst>
            <pc:docMk/>
            <pc:sldMk cId="7816815" sldId="288"/>
            <ac:spMk id="3" creationId="{AFF0AF93-6248-5CE1-B89D-AE88BA6F4CFF}"/>
          </ac:spMkLst>
        </pc:spChg>
        <pc:picChg chg="del">
          <ac:chgData name="Gutierrez, Miguel" userId="S::magutierrez@smu.edu::11eb2ac2-d90b-461b-a422-e24ef9710a98" providerId="AD" clId="Web-{42437E86-2559-2A5E-C048-264B565CFB26}" dt="2025-04-30T04:16:31.924" v="28"/>
          <ac:picMkLst>
            <pc:docMk/>
            <pc:sldMk cId="7816815" sldId="288"/>
            <ac:picMk id="7" creationId="{DE8D0AAA-F19C-99CF-9580-4134FC542A18}"/>
          </ac:picMkLst>
        </pc:picChg>
      </pc:sldChg>
    </pc:docChg>
  </pc:docChgLst>
  <pc:docChgLst>
    <pc:chgData name="Gutierrez, Miguel" userId="S::magutierrez@smu.edu::11eb2ac2-d90b-461b-a422-e24ef9710a98" providerId="AD" clId="Web-{23B839F9-DA15-D224-5A62-C79B2D43794E}"/>
    <pc:docChg chg="delSld modSld">
      <pc:chgData name="Gutierrez, Miguel" userId="S::magutierrez@smu.edu::11eb2ac2-d90b-461b-a422-e24ef9710a98" providerId="AD" clId="Web-{23B839F9-DA15-D224-5A62-C79B2D43794E}" dt="2025-04-30T20:27:29.115" v="36"/>
      <pc:docMkLst>
        <pc:docMk/>
      </pc:docMkLst>
      <pc:sldChg chg="modSp">
        <pc:chgData name="Gutierrez, Miguel" userId="S::magutierrez@smu.edu::11eb2ac2-d90b-461b-a422-e24ef9710a98" providerId="AD" clId="Web-{23B839F9-DA15-D224-5A62-C79B2D43794E}" dt="2025-04-30T20:25:57.190" v="35" actId="1076"/>
        <pc:sldMkLst>
          <pc:docMk/>
          <pc:sldMk cId="2380657699" sldId="283"/>
        </pc:sldMkLst>
        <pc:spChg chg="mod">
          <ac:chgData name="Gutierrez, Miguel" userId="S::magutierrez@smu.edu::11eb2ac2-d90b-461b-a422-e24ef9710a98" providerId="AD" clId="Web-{23B839F9-DA15-D224-5A62-C79B2D43794E}" dt="2025-04-30T20:25:57.190" v="35" actId="1076"/>
          <ac:spMkLst>
            <pc:docMk/>
            <pc:sldMk cId="2380657699" sldId="283"/>
            <ac:spMk id="5" creationId="{A5B9FEDE-958E-380E-E4D0-D718D0FA795C}"/>
          </ac:spMkLst>
        </pc:spChg>
      </pc:sldChg>
      <pc:sldChg chg="modSp">
        <pc:chgData name="Gutierrez, Miguel" userId="S::magutierrez@smu.edu::11eb2ac2-d90b-461b-a422-e24ef9710a98" providerId="AD" clId="Web-{23B839F9-DA15-D224-5A62-C79B2D43794E}" dt="2025-04-30T20:09:51.472" v="10" actId="20577"/>
        <pc:sldMkLst>
          <pc:docMk/>
          <pc:sldMk cId="3332574631" sldId="287"/>
        </pc:sldMkLst>
        <pc:spChg chg="mod">
          <ac:chgData name="Gutierrez, Miguel" userId="S::magutierrez@smu.edu::11eb2ac2-d90b-461b-a422-e24ef9710a98" providerId="AD" clId="Web-{23B839F9-DA15-D224-5A62-C79B2D43794E}" dt="2025-04-30T20:05:16.870" v="2" actId="20577"/>
          <ac:spMkLst>
            <pc:docMk/>
            <pc:sldMk cId="3332574631" sldId="287"/>
            <ac:spMk id="2" creationId="{40DDB57A-7D7F-D54E-35CF-8632F1266406}"/>
          </ac:spMkLst>
        </pc:spChg>
        <pc:spChg chg="mod">
          <ac:chgData name="Gutierrez, Miguel" userId="S::magutierrez@smu.edu::11eb2ac2-d90b-461b-a422-e24ef9710a98" providerId="AD" clId="Web-{23B839F9-DA15-D224-5A62-C79B2D43794E}" dt="2025-04-30T20:09:51.472" v="10" actId="20577"/>
          <ac:spMkLst>
            <pc:docMk/>
            <pc:sldMk cId="3332574631" sldId="287"/>
            <ac:spMk id="3" creationId="{4A9DF7C3-6CD4-299A-8FBF-A3AB34941D7A}"/>
          </ac:spMkLst>
        </pc:spChg>
      </pc:sldChg>
      <pc:sldChg chg="del">
        <pc:chgData name="Gutierrez, Miguel" userId="S::magutierrez@smu.edu::11eb2ac2-d90b-461b-a422-e24ef9710a98" providerId="AD" clId="Web-{23B839F9-DA15-D224-5A62-C79B2D43794E}" dt="2025-04-30T20:27:29.115" v="36"/>
        <pc:sldMkLst>
          <pc:docMk/>
          <pc:sldMk cId="1058118415" sldId="28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776777-533F-1F46-17A6-3CD27BC5F0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62E372-6FA1-A1FB-D81A-004BBB5AB8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BA313-476D-7C4B-929B-B38D84B0F007}" type="datetimeFigureOut">
              <a:rPr lang="en-US" smtClean="0"/>
              <a:t>4/30/2025</a:t>
            </a:fld>
            <a:endParaRPr lang="en-US"/>
          </a:p>
        </p:txBody>
      </p:sp>
      <p:sp>
        <p:nvSpPr>
          <p:cNvPr id="4" name="Footer Placeholder 3">
            <a:extLst>
              <a:ext uri="{FF2B5EF4-FFF2-40B4-BE49-F238E27FC236}">
                <a16:creationId xmlns:a16="http://schemas.microsoft.com/office/drawing/2014/main" id="{569B3795-CB85-2700-647A-D0D13EEBCD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15590F-FAEF-DBF2-01E0-01CE91F946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A69087-9585-DD40-9CDA-0E0C83725E4D}" type="slidenum">
              <a:rPr lang="en-US" smtClean="0"/>
              <a:t>‹#›</a:t>
            </a:fld>
            <a:endParaRPr lang="en-US"/>
          </a:p>
        </p:txBody>
      </p:sp>
    </p:spTree>
    <p:extLst>
      <p:ext uri="{BB962C8B-B14F-4D97-AF65-F5344CB8AC3E}">
        <p14:creationId xmlns:p14="http://schemas.microsoft.com/office/powerpoint/2010/main" val="1899361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1143000" y="685800"/>
            <a:ext cx="4572000" cy="3429000"/>
          </a:xfrm>
          <a:prstGeom prst="rect">
            <a:avLst/>
          </a:prstGeom>
        </p:spPr>
        <p:txBody>
          <a:bodyPr/>
          <a:lstStyle/>
          <a:p>
            <a:endParaRPr/>
          </a:p>
        </p:txBody>
      </p:sp>
      <p:sp>
        <p:nvSpPr>
          <p:cNvPr id="192" name="Shape 1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al">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Poppins Medium" pitchFamily="2" charset="77"/>
                <a:cs typeface="Poppins Medium" pitchFamily="2" charset="77"/>
              </a:defRPr>
            </a:lvl1pPr>
          </a:lstStyle>
          <a:p>
            <a:r>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Inter SemiBold" panose="02000503000000020004" pitchFamily="2" charset="0"/>
                <a:ea typeface="Inter SemiBold" panose="02000503000000020004" pitchFamily="2" charset="0"/>
              </a:defRPr>
            </a:lvl1pPr>
          </a:lstStyle>
          <a:p>
            <a:r>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Inter Medium" panose="02000503000000020004" pitchFamily="2" charset="0"/>
                <a:ea typeface="Inter Medium" panose="02000503000000020004" pitchFamily="2" charset="0"/>
                <a:cs typeface="Poppins Medium" pitchFamily="2" charset="77"/>
              </a:defRPr>
            </a:lvl1pPr>
            <a:lvl2pPr marL="0" indent="457200" defTabSz="825500">
              <a:lnSpc>
                <a:spcPct val="100000"/>
              </a:lnSpc>
              <a:spcBef>
                <a:spcPts val="0"/>
              </a:spcBef>
              <a:buSzTx/>
              <a:buNone/>
              <a:defRPr sz="5500" b="0" i="0">
                <a:solidFill>
                  <a:srgbClr val="D5D5D5"/>
                </a:solidFill>
                <a:latin typeface="Poppins Medium" pitchFamily="2" charset="77"/>
                <a:cs typeface="Poppins Medium" pitchFamily="2" charset="77"/>
              </a:defRPr>
            </a:lvl2pPr>
            <a:lvl3pPr marL="0" indent="914400" defTabSz="825500">
              <a:lnSpc>
                <a:spcPct val="100000"/>
              </a:lnSpc>
              <a:spcBef>
                <a:spcPts val="0"/>
              </a:spcBef>
              <a:buSzTx/>
              <a:buNone/>
              <a:defRPr sz="5500" b="0" i="0">
                <a:solidFill>
                  <a:srgbClr val="D5D5D5"/>
                </a:solidFill>
                <a:latin typeface="Poppins Medium" pitchFamily="2" charset="77"/>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t>Presentation Subtitle</a:t>
            </a:r>
          </a:p>
          <a:p>
            <a:pPr lvl="1"/>
            <a:endParaRPr/>
          </a:p>
          <a:p>
            <a:pPr lvl="2"/>
            <a:endParaRPr/>
          </a:p>
          <a:p>
            <a:pPr lvl="3"/>
            <a:endParaRPr/>
          </a:p>
          <a:p>
            <a:pPr lvl="4"/>
            <a:endParaRPr/>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a:solidFill>
                  <a:srgbClr val="D3D3D3"/>
                </a:solidFill>
              </a:rPr>
              <a:t>©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36725064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739579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D7139-5A64-A10F-2EAB-BD702394E4E5}"/>
              </a:ext>
            </a:extLst>
          </p:cNvPr>
          <p:cNvSpPr>
            <a:spLocks noGrp="1"/>
          </p:cNvSpPr>
          <p:nvPr>
            <p:ph sz="half" idx="1"/>
          </p:nvPr>
        </p:nvSpPr>
        <p:spPr>
          <a:xfrm>
            <a:off x="914400"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91B195-19A4-1223-7B33-C6B612B2CD5E}"/>
              </a:ext>
            </a:extLst>
          </p:cNvPr>
          <p:cNvSpPr>
            <a:spLocks noGrp="1"/>
          </p:cNvSpPr>
          <p:nvPr>
            <p:ph sz="half" idx="2"/>
          </p:nvPr>
        </p:nvSpPr>
        <p:spPr>
          <a:xfrm>
            <a:off x="13142258"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426FA0E-AED5-5ACC-6263-82A574D87B8B}"/>
              </a:ext>
            </a:extLst>
          </p:cNvPr>
          <p:cNvSpPr>
            <a:spLocks noGrp="1"/>
          </p:cNvSpPr>
          <p:nvPr>
            <p:ph type="body" sz="quarter" idx="13" hasCustomPrompt="1"/>
          </p:nvPr>
        </p:nvSpPr>
        <p:spPr>
          <a:xfrm>
            <a:off x="914399" y="685800"/>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1" name="Slide Number">
            <a:extLst>
              <a:ext uri="{FF2B5EF4-FFF2-40B4-BE49-F238E27FC236}">
                <a16:creationId xmlns:a16="http://schemas.microsoft.com/office/drawing/2014/main" id="{E4D1432D-D7E0-7FBA-904B-A22566B27F70}"/>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
        <p:nvSpPr>
          <p:cNvPr id="12" name="Title 1">
            <a:extLst>
              <a:ext uri="{FF2B5EF4-FFF2-40B4-BE49-F238E27FC236}">
                <a16:creationId xmlns:a16="http://schemas.microsoft.com/office/drawing/2014/main" id="{5E0526D6-879B-8512-B5E0-7F149445EC8F}"/>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Tree>
    <p:extLst>
      <p:ext uri="{BB962C8B-B14F-4D97-AF65-F5344CB8AC3E}">
        <p14:creationId xmlns:p14="http://schemas.microsoft.com/office/powerpoint/2010/main" val="15532777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1" y="5876364"/>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401" y="5419164"/>
            <a:ext cx="10381129" cy="457200"/>
          </a:xfrm>
        </p:spPr>
        <p:txBody>
          <a:bodyPr anchor="ctr">
            <a:noAutofit/>
          </a:bodyPr>
          <a:lstStyle>
            <a:lvl1pPr marL="0" indent="0">
              <a:buNone/>
              <a:defRPr sz="2400" b="1" i="0" spc="600">
                <a:solidFill>
                  <a:schemeClr val="tx2">
                    <a:lumMod val="75000"/>
                    <a:lumOff val="25000"/>
                  </a:schemeClr>
                </a:solidFill>
                <a:latin typeface="Poppins" pitchFamily="2" charset="77"/>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5" name="Slide Number">
            <a:extLst>
              <a:ext uri="{FF2B5EF4-FFF2-40B4-BE49-F238E27FC236}">
                <a16:creationId xmlns:a16="http://schemas.microsoft.com/office/drawing/2014/main" id="{BED4083A-D6B9-AA23-8113-C671D5AC6F98}"/>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086505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0664033"/>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E2FA4-E544-D2EB-A0FC-11608BB1FF68}"/>
              </a:ext>
            </a:extLst>
          </p:cNvPr>
          <p:cNvSpPr/>
          <p:nvPr userDrawn="1"/>
        </p:nvSpPr>
        <p:spPr>
          <a:xfrm>
            <a:off x="0" y="0"/>
            <a:ext cx="24384000" cy="13716000"/>
          </a:xfrm>
          <a:prstGeom prst="rect">
            <a:avLst/>
          </a:prstGeom>
          <a:solidFill>
            <a:srgbClr val="0C111D">
              <a:alpha val="8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Disclaimer - This is a preliminary draft for discussion purposes only and is not intended for public or media distribution. Warranty - Bonjoy, LLC and its affiliates offer no warranty regarding the information in this draft; and in no circumstances will ">
            <a:extLst>
              <a:ext uri="{FF2B5EF4-FFF2-40B4-BE49-F238E27FC236}">
                <a16:creationId xmlns:a16="http://schemas.microsoft.com/office/drawing/2014/main" id="{EE8DE6D1-3953-2F21-D710-12914EBE492C}"/>
              </a:ext>
            </a:extLst>
          </p:cNvPr>
          <p:cNvSpPr txBox="1"/>
          <p:nvPr userDrawn="1"/>
        </p:nvSpPr>
        <p:spPr>
          <a:xfrm>
            <a:off x="1201340" y="11800123"/>
            <a:ext cx="22736622" cy="83322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lc="http://schemas.openxmlformats.org/drawingml/2006/lockedCanvas" xmlns="" val="1"/>
            </a:ext>
          </a:extLst>
        </p:spPr>
        <p:txBody>
          <a:bodyPr wrap="square" lIns="12531" tIns="12531" rIns="12531" bIns="12531"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just"/>
            <a:r>
              <a:rPr lang="en-US" sz="1050">
                <a:solidFill>
                  <a:schemeClr val="bg2">
                    <a:lumMod val="75000"/>
                  </a:schemeClr>
                </a:solidFill>
                <a:latin typeface="Poppins" pitchFamily="2" charset="77"/>
                <a:cs typeface="Poppins" pitchFamily="2" charset="77"/>
              </a:rPr>
              <a:t>© 2025 Southern Methodist University | CONFIDENTIAL: This presentation and its contents are proprietary and confidential information belonging to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The materials may contain sensitive information protected by applicable laws and regulations. Unauthorized use, disclosure, or distribution of this document or any of its contents is strictly prohibited. If you are not the intended recipient, please notify the sender immediately and delete this document along with any copies in your possession. Any unauthorized review, use, disclosure, or distribution is prohibited and may result in legal action. While every effort has been made to ensure the accuracy and reliability of the information presented,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makes no representations or warranties of any kind, express or implied, regarding its completeness or suitability. All information is provided "as is" without any warranty. This presentation may contain forward-looking statements regarding future events or performance. These statements involve risks and uncertainties that could cause actual results to differ materially from those expressed or implied. In no event shall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or Southern Methodist University be liable for any direct, indirect, incidental, special, consequential, or punitive damages arising out of or related to the use of this presentation or its contents. For questions regarding this presentation or its contents, please contact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a:t>
            </a:r>
          </a:p>
        </p:txBody>
      </p:sp>
      <p:cxnSp>
        <p:nvCxnSpPr>
          <p:cNvPr id="15" name="Straight Connector 14">
            <a:extLst>
              <a:ext uri="{FF2B5EF4-FFF2-40B4-BE49-F238E27FC236}">
                <a16:creationId xmlns:a16="http://schemas.microsoft.com/office/drawing/2014/main" id="{B8541D7D-14D2-9CC9-5361-3B6109E5ABB9}"/>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pic>
        <p:nvPicPr>
          <p:cNvPr id="3" name="Picture 2">
            <a:extLst>
              <a:ext uri="{FF2B5EF4-FFF2-40B4-BE49-F238E27FC236}">
                <a16:creationId xmlns:a16="http://schemas.microsoft.com/office/drawing/2014/main" id="{4295DB26-4C39-DFFB-3330-0B6E49A56D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196692" y="6079793"/>
            <a:ext cx="10253532" cy="1414943"/>
          </a:xfrm>
          <a:prstGeom prst="rect">
            <a:avLst/>
          </a:prstGeom>
        </p:spPr>
      </p:pic>
    </p:spTree>
    <p:extLst>
      <p:ext uri="{BB962C8B-B14F-4D97-AF65-F5344CB8AC3E}">
        <p14:creationId xmlns:p14="http://schemas.microsoft.com/office/powerpoint/2010/main" val="226710621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441451"/>
            <a:ext cx="21971000" cy="825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50800" rIns="50800" bIns="50800">
            <a:normAutofit/>
          </a:bodyPr>
          <a:lstStyle/>
          <a:p>
            <a:r>
              <a:rPr lang="en-US"/>
              <a:t>Slide Title</a:t>
            </a:r>
            <a:endParaRP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50800" rIns="50800" bIns="50800">
            <a:normAutofit/>
          </a:bodyPr>
          <a:lstStyle/>
          <a:p>
            <a:r>
              <a:t>Slide bullet text</a:t>
            </a:r>
            <a:endParaRPr lang="en-US"/>
          </a:p>
          <a:p>
            <a:pPr lvl="1"/>
            <a:endParaRPr/>
          </a:p>
          <a:p>
            <a:pPr lvl="3"/>
            <a:endParaRPr/>
          </a:p>
          <a:p>
            <a:pPr lvl="4"/>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marL="0" marR="0" indent="0" algn="l" defTabSz="2438338" rtl="0" eaLnBrk="1" latinLnBrk="0" hangingPunct="1">
        <a:lnSpc>
          <a:spcPct val="80000"/>
        </a:lnSpc>
        <a:spcBef>
          <a:spcPts val="0"/>
        </a:spcBef>
        <a:spcAft>
          <a:spcPts val="0"/>
        </a:spcAft>
        <a:buClrTx/>
        <a:buSzTx/>
        <a:buFontTx/>
        <a:buNone/>
        <a:tabLst/>
        <a:defRPr sz="7200" b="1" i="0" u="none" strike="noStrike" cap="none" spc="-170" baseline="0">
          <a:solidFill>
            <a:srgbClr val="2B3145"/>
          </a:solidFill>
          <a:uFillTx/>
          <a:latin typeface="Inter" panose="02000503000000020004" pitchFamily="2" charset="0"/>
          <a:ea typeface="Inter" panose="02000503000000020004" pitchFamily="2" charset="0"/>
          <a:cs typeface="Poppins SemiBold" pitchFamily="2" charset="77"/>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Inter" panose="02000503000000020004" pitchFamily="2" charset="0"/>
          <a:ea typeface="Inter" panose="02000503000000020004" pitchFamily="2" charset="0"/>
          <a:cs typeface="Poppins" pitchFamily="2" charset="77"/>
          <a:sym typeface="Helvetica Neue"/>
        </a:defRPr>
      </a:lvl1pPr>
      <a:lvl2pPr marL="12192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2pPr>
      <a:lvl3pPr marL="1219200" marR="0" indent="0" algn="l" defTabSz="2438338" rtl="0" eaLnBrk="1" latinLnBrk="0" hangingPunct="1">
        <a:lnSpc>
          <a:spcPct val="150000"/>
        </a:lnSpc>
        <a:spcBef>
          <a:spcPts val="2000"/>
        </a:spcBef>
        <a:spcAft>
          <a:spcPts val="0"/>
        </a:spcAft>
        <a:buClrTx/>
        <a:buSzPct val="123000"/>
        <a:buFontTx/>
        <a:buNone/>
        <a:tabLst/>
        <a:defRPr sz="2800" b="0" i="0" u="none" strike="noStrike" cap="none" spc="0" baseline="0">
          <a:solidFill>
            <a:srgbClr val="667085"/>
          </a:solidFill>
          <a:uFillTx/>
          <a:latin typeface="Poppins" pitchFamily="2" charset="77"/>
          <a:ea typeface="+mn-ea"/>
          <a:cs typeface="Poppins" pitchFamily="2" charset="77"/>
          <a:sym typeface="Helvetica Neue"/>
        </a:defRPr>
      </a:lvl3pPr>
      <a:lvl4pPr marL="24384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4pPr>
      <a:lvl5pPr marL="30480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	</a:t>
            </a:r>
          </a:p>
        </p:txBody>
      </p:sp>
      <p:pic>
        <p:nvPicPr>
          <p:cNvPr id="8" name="BJ-DarkBlue.png">
            <a:extLst>
              <a:ext uri="{FF2B5EF4-FFF2-40B4-BE49-F238E27FC236}">
                <a16:creationId xmlns:a16="http://schemas.microsoft.com/office/drawing/2014/main" id="{EBC81B96-2AD3-4C7B-42C3-4E85A376957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4" name="TextBox 3">
            <a:extLst>
              <a:ext uri="{FF2B5EF4-FFF2-40B4-BE49-F238E27FC236}">
                <a16:creationId xmlns:a16="http://schemas.microsoft.com/office/drawing/2014/main" id="{8623C628-D01E-0CD6-9E10-2D31F5508938}"/>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cxnSp>
        <p:nvCxnSpPr>
          <p:cNvPr id="5" name="Straight Connector 4">
            <a:extLst>
              <a:ext uri="{FF2B5EF4-FFF2-40B4-BE49-F238E27FC236}">
                <a16:creationId xmlns:a16="http://schemas.microsoft.com/office/drawing/2014/main" id="{E72A9C8E-7D47-8715-6846-12FC5D5EC226}"/>
              </a:ext>
            </a:extLst>
          </p:cNvPr>
          <p:cNvCxnSpPr/>
          <p:nvPr userDrawn="1"/>
        </p:nvCxnSpPr>
        <p:spPr>
          <a:xfrm>
            <a:off x="914400" y="12658216"/>
            <a:ext cx="22530530"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0439736"/>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ftr="0" dt="0"/>
  <p:txStyles>
    <p:title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BJ-DarkBlue.png">
            <a:extLst>
              <a:ext uri="{FF2B5EF4-FFF2-40B4-BE49-F238E27FC236}">
                <a16:creationId xmlns:a16="http://schemas.microsoft.com/office/drawing/2014/main" id="{AB37DC0E-6461-9329-6B50-14369B1D666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9" name="TextBox 8">
            <a:extLst>
              <a:ext uri="{FF2B5EF4-FFF2-40B4-BE49-F238E27FC236}">
                <a16:creationId xmlns:a16="http://schemas.microsoft.com/office/drawing/2014/main" id="{9F195239-E345-BB77-B973-7BB6BDB34EAA}"/>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1484328305"/>
      </p:ext>
    </p:extLst>
  </p:cSld>
  <p:clrMap bg1="lt1" tx1="dk1" bg2="lt2" tx2="dk2" accent1="accent1" accent2="accent2" accent3="accent3" accent4="accent4" accent5="accent5" accent6="accent6" hlink="hlink" folHlink="folHlink"/>
  <p:sldLayoutIdLst>
    <p:sldLayoutId id="2147483700" r:id="rId1"/>
    <p:sldLayoutId id="2147483696" r:id="rId2"/>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9153514"/>
      </p:ext>
    </p:extLst>
  </p:cSld>
  <p:clrMap bg1="lt1" tx1="dk1" bg2="lt2" tx2="dk2" accent1="accent1" accent2="accent2" accent3="accent3" accent4="accent4" accent5="accent5" accent6="accent6" hlink="hlink" folHlink="folHlink"/>
  <p:sldLayoutIdLst>
    <p:sldLayoutId id="2147483706" r:id="rId1"/>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65272-B427-C3B2-BCA4-56F952DB8AED}"/>
              </a:ext>
            </a:extLst>
          </p:cNvPr>
          <p:cNvSpPr>
            <a:spLocks noGrp="1"/>
          </p:cNvSpPr>
          <p:nvPr>
            <p:ph type="body" sz="quarter" idx="21"/>
          </p:nvPr>
        </p:nvSpPr>
        <p:spPr/>
        <p:txBody>
          <a:bodyPr>
            <a:normAutofit lnSpcReduction="10000"/>
          </a:bodyPr>
          <a:lstStyle/>
          <a:p>
            <a:r>
              <a:rPr lang="en-US"/>
              <a:t>John Parker, Luke Welch, Miguel Gutierrez </a:t>
            </a:r>
          </a:p>
        </p:txBody>
      </p:sp>
      <p:sp>
        <p:nvSpPr>
          <p:cNvPr id="3" name="Title 2">
            <a:extLst>
              <a:ext uri="{FF2B5EF4-FFF2-40B4-BE49-F238E27FC236}">
                <a16:creationId xmlns:a16="http://schemas.microsoft.com/office/drawing/2014/main" id="{B4FDFE16-9A3E-3152-D929-C68158E4998E}"/>
              </a:ext>
            </a:extLst>
          </p:cNvPr>
          <p:cNvSpPr>
            <a:spLocks noGrp="1"/>
          </p:cNvSpPr>
          <p:nvPr>
            <p:ph type="title"/>
          </p:nvPr>
        </p:nvSpPr>
        <p:spPr/>
        <p:txBody>
          <a:bodyPr/>
          <a:lstStyle/>
          <a:p>
            <a:r>
              <a:rPr lang="en-US">
                <a:latin typeface="Inter SemiBold"/>
                <a:cs typeface="Poppins SemiBold"/>
              </a:rPr>
              <a:t>RSI vs Stochastic Oscillator</a:t>
            </a:r>
            <a:endParaRPr lang="en-US"/>
          </a:p>
        </p:txBody>
      </p:sp>
    </p:spTree>
    <p:extLst>
      <p:ext uri="{BB962C8B-B14F-4D97-AF65-F5344CB8AC3E}">
        <p14:creationId xmlns:p14="http://schemas.microsoft.com/office/powerpoint/2010/main" val="14859095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0120-5D7C-AED5-C808-D154FBBB509D}"/>
              </a:ext>
            </a:extLst>
          </p:cNvPr>
          <p:cNvSpPr>
            <a:spLocks noGrp="1"/>
          </p:cNvSpPr>
          <p:nvPr>
            <p:ph type="title"/>
          </p:nvPr>
        </p:nvSpPr>
        <p:spPr/>
        <p:txBody>
          <a:bodyPr/>
          <a:lstStyle/>
          <a:p>
            <a:r>
              <a:rPr lang="en-US"/>
              <a:t>Our Team</a:t>
            </a:r>
          </a:p>
        </p:txBody>
      </p:sp>
      <p:sp>
        <p:nvSpPr>
          <p:cNvPr id="4" name="Text Placeholder 3">
            <a:extLst>
              <a:ext uri="{FF2B5EF4-FFF2-40B4-BE49-F238E27FC236}">
                <a16:creationId xmlns:a16="http://schemas.microsoft.com/office/drawing/2014/main" id="{DC21E3BA-9ED9-DE5F-1A1D-F51EE48DC6DA}"/>
              </a:ext>
            </a:extLst>
          </p:cNvPr>
          <p:cNvSpPr>
            <a:spLocks noGrp="1"/>
          </p:cNvSpPr>
          <p:nvPr>
            <p:ph type="body" sz="quarter" idx="13"/>
          </p:nvPr>
        </p:nvSpPr>
        <p:spPr/>
        <p:txBody>
          <a:bodyPr/>
          <a:lstStyle/>
          <a:p>
            <a:r>
              <a:rPr lang="en-US">
                <a:solidFill>
                  <a:schemeClr val="tx2">
                    <a:lumMod val="75000"/>
                    <a:lumOff val="25000"/>
                  </a:schemeClr>
                </a:solidFill>
              </a:rPr>
              <a:t>SESSION</a:t>
            </a:r>
          </a:p>
        </p:txBody>
      </p:sp>
      <p:sp>
        <p:nvSpPr>
          <p:cNvPr id="3" name="Content Placeholder 2">
            <a:extLst>
              <a:ext uri="{FF2B5EF4-FFF2-40B4-BE49-F238E27FC236}">
                <a16:creationId xmlns:a16="http://schemas.microsoft.com/office/drawing/2014/main" id="{67376405-A736-F70F-6BFC-69505CA7DFE0}"/>
              </a:ext>
            </a:extLst>
          </p:cNvPr>
          <p:cNvSpPr>
            <a:spLocks noGrp="1"/>
          </p:cNvSpPr>
          <p:nvPr>
            <p:ph type="body" sz="quarter" idx="15"/>
          </p:nvPr>
        </p:nvSpPr>
        <p:spPr/>
        <p:txBody>
          <a:bodyPr vert="horz" lIns="91440" tIns="45720" rIns="91440" bIns="45720" rtlCol="0" anchor="t">
            <a:normAutofit/>
          </a:bodyPr>
          <a:lstStyle/>
          <a:p>
            <a:pPr marL="0" indent="0">
              <a:lnSpc>
                <a:spcPct val="100000"/>
              </a:lnSpc>
              <a:buNone/>
            </a:pPr>
            <a:r>
              <a:rPr lang="en-US" sz="5400" b="1">
                <a:latin typeface="Inter"/>
                <a:cs typeface="Poppins"/>
              </a:rPr>
              <a:t>Luke Welch </a:t>
            </a:r>
          </a:p>
          <a:p>
            <a:pPr marL="0" indent="0">
              <a:lnSpc>
                <a:spcPct val="100000"/>
              </a:lnSpc>
              <a:buNone/>
            </a:pPr>
            <a:r>
              <a:rPr lang="en-US" sz="3600" i="1">
                <a:latin typeface="Inter"/>
                <a:cs typeface="Poppins"/>
              </a:rPr>
              <a:t>B.S. Physics, B.A. Mathematics, B.B.A Finance</a:t>
            </a:r>
            <a:br>
              <a:rPr lang="en-US" sz="5400" i="1"/>
            </a:br>
            <a:endParaRPr lang="en-US" sz="5400" i="1"/>
          </a:p>
          <a:p>
            <a:pPr marL="0" indent="0">
              <a:lnSpc>
                <a:spcPct val="100000"/>
              </a:lnSpc>
              <a:buNone/>
            </a:pPr>
            <a:r>
              <a:rPr lang="en-US" sz="5400" b="1">
                <a:latin typeface="Inter"/>
                <a:cs typeface="Poppins"/>
              </a:rPr>
              <a:t>John Parker</a:t>
            </a:r>
          </a:p>
          <a:p>
            <a:pPr marL="0" indent="0">
              <a:lnSpc>
                <a:spcPct val="100000"/>
              </a:lnSpc>
              <a:buNone/>
            </a:pPr>
            <a:r>
              <a:rPr lang="en-US" sz="3600" i="1">
                <a:latin typeface="Inter"/>
                <a:cs typeface="Poppins"/>
              </a:rPr>
              <a:t>B.S. Math, B.S. Economics</a:t>
            </a:r>
            <a:endParaRPr lang="en-US" sz="3600" b="1" i="1">
              <a:latin typeface="Inter"/>
              <a:cs typeface="Poppins"/>
            </a:endParaRPr>
          </a:p>
          <a:p>
            <a:pPr marL="0" indent="0">
              <a:lnSpc>
                <a:spcPct val="100000"/>
              </a:lnSpc>
              <a:buNone/>
            </a:pPr>
            <a:endParaRPr lang="en-US" sz="5400" b="1"/>
          </a:p>
          <a:p>
            <a:pPr marL="0" indent="0">
              <a:lnSpc>
                <a:spcPct val="100000"/>
              </a:lnSpc>
              <a:buNone/>
            </a:pPr>
            <a:r>
              <a:rPr lang="en-US" sz="5400" b="1">
                <a:latin typeface="Inter"/>
                <a:cs typeface="Poppins"/>
              </a:rPr>
              <a:t>Miguel Gutierrez</a:t>
            </a:r>
          </a:p>
          <a:p>
            <a:pPr marL="0" indent="0">
              <a:lnSpc>
                <a:spcPct val="100000"/>
              </a:lnSpc>
              <a:buNone/>
            </a:pPr>
            <a:r>
              <a:rPr lang="en-US" sz="3600" i="1">
                <a:latin typeface="Inter"/>
                <a:cs typeface="Poppins"/>
              </a:rPr>
              <a:t>B.A. Computer Science, B.B.A Finance</a:t>
            </a:r>
            <a:br>
              <a:rPr lang="en-US" sz="3600" i="1">
                <a:latin typeface="Inter"/>
              </a:rPr>
            </a:br>
            <a:r>
              <a:rPr lang="en-US" sz="3600" i="1">
                <a:latin typeface="Inter"/>
                <a:cs typeface="Poppins"/>
              </a:rPr>
              <a:t> </a:t>
            </a:r>
            <a:endParaRPr lang="en-US" sz="3600" i="1"/>
          </a:p>
        </p:txBody>
      </p:sp>
    </p:spTree>
    <p:extLst>
      <p:ext uri="{BB962C8B-B14F-4D97-AF65-F5344CB8AC3E}">
        <p14:creationId xmlns:p14="http://schemas.microsoft.com/office/powerpoint/2010/main" val="150582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40C4E-4396-0F28-5699-21BA9AFF53C9}"/>
              </a:ext>
            </a:extLst>
          </p:cNvPr>
          <p:cNvSpPr>
            <a:spLocks noGrp="1"/>
          </p:cNvSpPr>
          <p:nvPr>
            <p:ph type="title"/>
          </p:nvPr>
        </p:nvSpPr>
        <p:spPr/>
        <p:txBody>
          <a:bodyPr/>
          <a:lstStyle/>
          <a:p>
            <a:r>
              <a:rPr lang="en-US">
                <a:latin typeface="Inter"/>
                <a:cs typeface="Poppins SemiBold"/>
              </a:rPr>
              <a:t>Intro: RSI vs. Stochastic Oscillator Strategies</a:t>
            </a:r>
            <a:endParaRPr lang="en-US">
              <a:cs typeface="Poppins SemiBold"/>
            </a:endParaRPr>
          </a:p>
        </p:txBody>
      </p:sp>
      <p:pic>
        <p:nvPicPr>
          <p:cNvPr id="6" name="Content Placeholder 5">
            <a:extLst>
              <a:ext uri="{FF2B5EF4-FFF2-40B4-BE49-F238E27FC236}">
                <a16:creationId xmlns:a16="http://schemas.microsoft.com/office/drawing/2014/main" id="{CF524639-BC2D-0916-6346-0B48C20639E4}"/>
              </a:ext>
            </a:extLst>
          </p:cNvPr>
          <p:cNvPicPr>
            <a:picLocks noGrp="1" noChangeAspect="1"/>
          </p:cNvPicPr>
          <p:nvPr>
            <p:ph idx="1"/>
          </p:nvPr>
        </p:nvPicPr>
        <p:blipFill>
          <a:blip r:embed="rId2"/>
          <a:stretch>
            <a:fillRect/>
          </a:stretch>
        </p:blipFill>
        <p:spPr>
          <a:xfrm>
            <a:off x="12492318" y="8006480"/>
            <a:ext cx="11284921" cy="4753784"/>
          </a:xfrm>
        </p:spPr>
      </p:pic>
      <p:sp>
        <p:nvSpPr>
          <p:cNvPr id="4" name="Text Placeholder 3">
            <a:extLst>
              <a:ext uri="{FF2B5EF4-FFF2-40B4-BE49-F238E27FC236}">
                <a16:creationId xmlns:a16="http://schemas.microsoft.com/office/drawing/2014/main" id="{052BBF47-4639-0A62-6009-AFAD5F88287A}"/>
              </a:ext>
            </a:extLst>
          </p:cNvPr>
          <p:cNvSpPr>
            <a:spLocks noGrp="1"/>
          </p:cNvSpPr>
          <p:nvPr>
            <p:ph type="body" sz="quarter" idx="13"/>
          </p:nvPr>
        </p:nvSpPr>
        <p:spPr/>
        <p:txBody>
          <a:bodyPr/>
          <a:lstStyle/>
          <a:p>
            <a:r>
              <a:rPr lang="en-US">
                <a:latin typeface="Inter"/>
                <a:cs typeface="Poppins"/>
              </a:rPr>
              <a:t>OUR PROJECT</a:t>
            </a:r>
            <a:endParaRPr lang="en-US"/>
          </a:p>
        </p:txBody>
      </p:sp>
      <p:sp>
        <p:nvSpPr>
          <p:cNvPr id="5" name="Slide Number Placeholder 4">
            <a:extLst>
              <a:ext uri="{FF2B5EF4-FFF2-40B4-BE49-F238E27FC236}">
                <a16:creationId xmlns:a16="http://schemas.microsoft.com/office/drawing/2014/main" id="{2F651E3A-92C8-D8FD-451A-533254BA1BED}"/>
              </a:ext>
            </a:extLst>
          </p:cNvPr>
          <p:cNvSpPr>
            <a:spLocks noGrp="1"/>
          </p:cNvSpPr>
          <p:nvPr>
            <p:ph type="sldNum" sz="quarter" idx="2"/>
          </p:nvPr>
        </p:nvSpPr>
        <p:spPr/>
        <p:txBody>
          <a:bodyPr/>
          <a:lstStyle/>
          <a:p>
            <a:fld id="{86CB4B4D-7CA3-9044-876B-883B54F8677D}" type="slidenum">
              <a:rPr lang="en-US" smtClean="0"/>
              <a:pPr/>
              <a:t>3</a:t>
            </a:fld>
            <a:endParaRPr lang="en-US"/>
          </a:p>
        </p:txBody>
      </p:sp>
      <p:pic>
        <p:nvPicPr>
          <p:cNvPr id="3" name="Picture 2">
            <a:extLst>
              <a:ext uri="{FF2B5EF4-FFF2-40B4-BE49-F238E27FC236}">
                <a16:creationId xmlns:a16="http://schemas.microsoft.com/office/drawing/2014/main" id="{BE462CA0-4F5D-CDFF-5236-84109B929B14}"/>
              </a:ext>
            </a:extLst>
          </p:cNvPr>
          <p:cNvPicPr>
            <a:picLocks noChangeAspect="1"/>
          </p:cNvPicPr>
          <p:nvPr/>
        </p:nvPicPr>
        <p:blipFill>
          <a:blip r:embed="rId3"/>
          <a:stretch>
            <a:fillRect/>
          </a:stretch>
        </p:blipFill>
        <p:spPr>
          <a:xfrm>
            <a:off x="12494279" y="2331683"/>
            <a:ext cx="11277600" cy="5711190"/>
          </a:xfrm>
          <a:prstGeom prst="rect">
            <a:avLst/>
          </a:prstGeom>
        </p:spPr>
      </p:pic>
      <p:sp>
        <p:nvSpPr>
          <p:cNvPr id="7" name="TextBox 6">
            <a:extLst>
              <a:ext uri="{FF2B5EF4-FFF2-40B4-BE49-F238E27FC236}">
                <a16:creationId xmlns:a16="http://schemas.microsoft.com/office/drawing/2014/main" id="{4CF7641E-D0B3-D101-4D4C-AE40BA767BDF}"/>
              </a:ext>
            </a:extLst>
          </p:cNvPr>
          <p:cNvSpPr txBox="1"/>
          <p:nvPr/>
        </p:nvSpPr>
        <p:spPr>
          <a:xfrm rot="10800000" flipV="1">
            <a:off x="787646" y="3651094"/>
            <a:ext cx="10615200" cy="2677656"/>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667085"/>
                </a:solidFill>
                <a:latin typeface="Inter" panose="02000503000000020004" pitchFamily="2" charset="0"/>
                <a:ea typeface="Inter" panose="02000503000000020004" pitchFamily="2" charset="0"/>
                <a:cs typeface="Quire Sans"/>
              </a:rPr>
              <a:t>Objective:</a:t>
            </a:r>
            <a:r>
              <a:rPr lang="en-US" sz="2800">
                <a:solidFill>
                  <a:srgbClr val="667085"/>
                </a:solidFill>
                <a:latin typeface="Inter" panose="02000503000000020004" pitchFamily="2" charset="0"/>
                <a:ea typeface="Inter" panose="02000503000000020004" pitchFamily="2" charset="0"/>
                <a:cs typeface="Quire Sans"/>
              </a:rPr>
              <a:t> Evaluate and compare the performance of two technical strategies (RSI and Stochastic Oscillator) across a range of stocks.</a:t>
            </a:r>
            <a:endParaRPr lang="en-US" sz="2800">
              <a:solidFill>
                <a:srgbClr val="667085"/>
              </a:solidFill>
              <a:latin typeface="Inter" panose="02000503000000020004" pitchFamily="2" charset="0"/>
              <a:ea typeface="Inter" panose="02000503000000020004" pitchFamily="2" charset="0"/>
            </a:endParaRPr>
          </a:p>
          <a:p>
            <a:pPr lvl="1" algn="l"/>
            <a:endParaRPr lang="en-US" sz="2800">
              <a:solidFill>
                <a:srgbClr val="667085"/>
              </a:solidFill>
              <a:latin typeface="Inter" panose="02000503000000020004" pitchFamily="2" charset="0"/>
              <a:ea typeface="Inter" panose="02000503000000020004" pitchFamily="2" charset="0"/>
              <a:cs typeface="Quire Sans"/>
            </a:endParaRPr>
          </a:p>
          <a:p>
            <a:pPr lvl="1" indent="0" algn="l"/>
            <a:r>
              <a:rPr lang="en-US" sz="2800">
                <a:solidFill>
                  <a:srgbClr val="667085"/>
                </a:solidFill>
                <a:latin typeface="Inter" panose="02000503000000020004" pitchFamily="2" charset="0"/>
                <a:ea typeface="Inter" panose="02000503000000020004" pitchFamily="2" charset="0"/>
                <a:cs typeface="Quire Sans"/>
              </a:rPr>
              <a:t>Stocks </a:t>
            </a:r>
            <a:r>
              <a:rPr lang="en-US" sz="2800" b="1">
                <a:solidFill>
                  <a:srgbClr val="667085"/>
                </a:solidFill>
                <a:latin typeface="Inter" panose="02000503000000020004" pitchFamily="2" charset="0"/>
                <a:ea typeface="Inter" panose="02000503000000020004" pitchFamily="2" charset="0"/>
                <a:cs typeface="Quire Sans"/>
              </a:rPr>
              <a:t>grouped </a:t>
            </a:r>
            <a:r>
              <a:rPr lang="en-US" sz="2800">
                <a:solidFill>
                  <a:srgbClr val="667085"/>
                </a:solidFill>
                <a:latin typeface="Inter" panose="02000503000000020004" pitchFamily="2" charset="0"/>
                <a:ea typeface="Inter" panose="02000503000000020004" pitchFamily="2" charset="0"/>
                <a:cs typeface="Quire Sans"/>
              </a:rPr>
              <a:t>and analyzed by beta category to control for volatility exposure.</a:t>
            </a:r>
          </a:p>
        </p:txBody>
      </p:sp>
      <p:sp>
        <p:nvSpPr>
          <p:cNvPr id="9" name="TextBox 8">
            <a:extLst>
              <a:ext uri="{FF2B5EF4-FFF2-40B4-BE49-F238E27FC236}">
                <a16:creationId xmlns:a16="http://schemas.microsoft.com/office/drawing/2014/main" id="{AD7FF7C5-C716-DC9B-C91E-8318E745802B}"/>
              </a:ext>
            </a:extLst>
          </p:cNvPr>
          <p:cNvSpPr txBox="1"/>
          <p:nvPr/>
        </p:nvSpPr>
        <p:spPr>
          <a:xfrm rot="10800000" flipV="1">
            <a:off x="788023" y="8610044"/>
            <a:ext cx="10615200" cy="3539430"/>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667085"/>
                </a:solidFill>
                <a:latin typeface="Inter"/>
                <a:ea typeface="Inter" panose="02000503000000020004" pitchFamily="2" charset="0"/>
                <a:cs typeface="+mn-lt"/>
              </a:rPr>
              <a:t>RSI (Relative Strength Index):</a:t>
            </a:r>
            <a:endParaRPr lang="en-US" sz="2800">
              <a:solidFill>
                <a:srgbClr val="667085"/>
              </a:solidFill>
              <a:latin typeface="Inter"/>
              <a:ea typeface="Inter" panose="02000503000000020004" pitchFamily="2" charset="0"/>
            </a:endParaRPr>
          </a:p>
          <a:p>
            <a:pPr lvl="1" indent="0" algn="l"/>
            <a:r>
              <a:rPr lang="en-US" sz="2800">
                <a:solidFill>
                  <a:srgbClr val="667085"/>
                </a:solidFill>
                <a:latin typeface="Inter"/>
                <a:ea typeface="Inter" panose="02000503000000020004" pitchFamily="2" charset="0"/>
                <a:cs typeface="+mn-lt"/>
              </a:rPr>
              <a:t>Measures momentum; signals overbought &gt;70, oversold &lt;30.</a:t>
            </a:r>
            <a:endParaRPr lang="en-US" sz="2800">
              <a:solidFill>
                <a:srgbClr val="667085"/>
              </a:solidFill>
              <a:latin typeface="Inter"/>
              <a:ea typeface="Inter" panose="02000503000000020004" pitchFamily="2" charset="0"/>
            </a:endParaRPr>
          </a:p>
          <a:p>
            <a:pPr lvl="1" indent="0" algn="l"/>
            <a:endParaRPr lang="en-US" sz="2800">
              <a:solidFill>
                <a:srgbClr val="667085"/>
              </a:solidFill>
              <a:latin typeface="Inter" panose="02000503000000020004" pitchFamily="2" charset="0"/>
              <a:ea typeface="Inter" panose="02000503000000020004" pitchFamily="2" charset="0"/>
              <a:cs typeface="+mn-lt"/>
            </a:endParaRPr>
          </a:p>
          <a:p>
            <a:pPr algn="l"/>
            <a:r>
              <a:rPr lang="en-US" sz="2800" b="1">
                <a:solidFill>
                  <a:srgbClr val="667085"/>
                </a:solidFill>
                <a:latin typeface="Inter"/>
                <a:ea typeface="Inter" panose="02000503000000020004" pitchFamily="2" charset="0"/>
                <a:cs typeface="+mn-lt"/>
              </a:rPr>
              <a:t>Stochastic Oscillator:</a:t>
            </a:r>
            <a:endParaRPr lang="en-US" sz="2800">
              <a:solidFill>
                <a:srgbClr val="667085"/>
              </a:solidFill>
              <a:latin typeface="Inter"/>
              <a:ea typeface="Inter" panose="02000503000000020004" pitchFamily="2" charset="0"/>
            </a:endParaRPr>
          </a:p>
          <a:p>
            <a:pPr lvl="1" indent="0" algn="l"/>
            <a:r>
              <a:rPr lang="en-US" sz="2800">
                <a:solidFill>
                  <a:srgbClr val="667085"/>
                </a:solidFill>
                <a:latin typeface="Inter"/>
                <a:ea typeface="Inter" panose="02000503000000020004" pitchFamily="2" charset="0"/>
                <a:cs typeface="+mn-lt"/>
              </a:rPr>
              <a:t>Compares closing price to price range; signals overbought &gt;80, oversold &lt;20.</a:t>
            </a:r>
          </a:p>
          <a:p>
            <a:pPr algn="l"/>
            <a:endParaRPr lang="en-US" sz="2800">
              <a:solidFill>
                <a:srgbClr val="667085"/>
              </a:solidFill>
              <a:latin typeface="Inter" panose="02000503000000020004" pitchFamily="2" charset="0"/>
              <a:ea typeface="Inter" panose="02000503000000020004" pitchFamily="2" charset="0"/>
              <a:cs typeface="+mn-lt"/>
            </a:endParaRPr>
          </a:p>
          <a:p>
            <a:pPr algn="l">
              <a:buFont typeface="Arial"/>
            </a:pPr>
            <a:r>
              <a:rPr lang="en-US" sz="2800" b="1">
                <a:solidFill>
                  <a:srgbClr val="667085"/>
                </a:solidFill>
                <a:latin typeface="Inter"/>
                <a:ea typeface="Inter" panose="02000503000000020004" pitchFamily="2" charset="0"/>
                <a:cs typeface="+mn-lt"/>
              </a:rPr>
              <a:t>Both aim to capture short-term reversals.</a:t>
            </a:r>
          </a:p>
        </p:txBody>
      </p:sp>
    </p:spTree>
    <p:extLst>
      <p:ext uri="{BB962C8B-B14F-4D97-AF65-F5344CB8AC3E}">
        <p14:creationId xmlns:p14="http://schemas.microsoft.com/office/powerpoint/2010/main" val="220427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5A9964-EC18-123D-7631-07E1F0366AF6}"/>
              </a:ext>
            </a:extLst>
          </p:cNvPr>
          <p:cNvSpPr>
            <a:spLocks noGrp="1"/>
          </p:cNvSpPr>
          <p:nvPr>
            <p:ph sz="half" idx="2"/>
          </p:nvPr>
        </p:nvSpPr>
        <p:spPr>
          <a:xfrm>
            <a:off x="431279" y="2898250"/>
            <a:ext cx="11322818" cy="7886972"/>
          </a:xfrm>
          <a:ln>
            <a:solidFill>
              <a:schemeClr val="tx1"/>
            </a:solidFill>
          </a:ln>
        </p:spPr>
        <p:txBody>
          <a:bodyPr vert="horz" lIns="91440" tIns="45720" rIns="91440" bIns="45720" rtlCol="0" anchor="t">
            <a:normAutofit/>
          </a:bodyPr>
          <a:lstStyle/>
          <a:p>
            <a:pPr marL="0" indent="0" algn="ctr">
              <a:buNone/>
            </a:pPr>
            <a:r>
              <a:rPr lang="en-US" sz="3200" b="1">
                <a:latin typeface="Inter"/>
                <a:cs typeface="Poppins"/>
              </a:rPr>
              <a:t>Metrics</a:t>
            </a:r>
            <a:endParaRPr lang="en-US" b="1">
              <a:cs typeface="Poppins"/>
            </a:endParaRPr>
          </a:p>
          <a:p>
            <a:pPr marL="0" indent="0">
              <a:buNone/>
            </a:pPr>
            <a:r>
              <a:rPr lang="en-US" b="1">
                <a:latin typeface="Inter"/>
                <a:cs typeface="Poppins"/>
              </a:rPr>
              <a:t>RSI: </a:t>
            </a:r>
            <a:endParaRPr lang="en-US"/>
          </a:p>
          <a:p>
            <a:pPr marL="0" indent="0">
              <a:buNone/>
            </a:pPr>
            <a:r>
              <a:rPr lang="en-US">
                <a:latin typeface="Inter"/>
                <a:cs typeface="Poppins"/>
              </a:rPr>
              <a:t>Momentum indicator showing the speed and volume of recent trading of a stock. Seeks to determine when a stock is overbought or oversold, on a scale of 0 to 100. Traditionally, a number below 30 indicates oversold, and a number over 70 indicates overbought. </a:t>
            </a:r>
            <a:endParaRPr lang="en-US"/>
          </a:p>
          <a:p>
            <a:pPr marL="0" indent="0">
              <a:buNone/>
            </a:pPr>
            <a:r>
              <a:rPr lang="en-US" b="1">
                <a:latin typeface="Inter"/>
                <a:cs typeface="Poppins"/>
              </a:rPr>
              <a:t>Stochastic Oscillator: </a:t>
            </a:r>
            <a:endParaRPr lang="en-US">
              <a:cs typeface="Poppins"/>
            </a:endParaRPr>
          </a:p>
          <a:p>
            <a:pPr marL="0" indent="0">
              <a:buNone/>
            </a:pPr>
            <a:r>
              <a:rPr lang="en-US">
                <a:latin typeface="Inter"/>
                <a:cs typeface="Poppins"/>
              </a:rPr>
              <a:t>Different style of indicator that focuses on the price of an asset relative to the trailing 14 days, using the highest and lowest closing values, comparing it to its current price. </a:t>
            </a:r>
            <a:endParaRPr lang="en-US">
              <a:cs typeface="Poppins"/>
            </a:endParaRPr>
          </a:p>
          <a:p>
            <a:endParaRPr lang="en-US"/>
          </a:p>
          <a:p>
            <a:endParaRPr lang="en-US"/>
          </a:p>
        </p:txBody>
      </p:sp>
      <p:sp>
        <p:nvSpPr>
          <p:cNvPr id="4" name="Text Placeholder 3">
            <a:extLst>
              <a:ext uri="{FF2B5EF4-FFF2-40B4-BE49-F238E27FC236}">
                <a16:creationId xmlns:a16="http://schemas.microsoft.com/office/drawing/2014/main" id="{52BF397F-FEE1-8F31-0A75-7C88B19BF3F9}"/>
              </a:ext>
            </a:extLst>
          </p:cNvPr>
          <p:cNvSpPr>
            <a:spLocks noGrp="1"/>
          </p:cNvSpPr>
          <p:nvPr>
            <p:ph type="body" sz="quarter" idx="13"/>
          </p:nvPr>
        </p:nvSpPr>
        <p:spPr/>
        <p:txBody>
          <a:bodyPr/>
          <a:lstStyle/>
          <a:p>
            <a:r>
              <a:rPr lang="en-US">
                <a:latin typeface="Inter"/>
                <a:cs typeface="Poppins"/>
              </a:rPr>
              <a:t>GETTING STARTED</a:t>
            </a:r>
            <a:endParaRPr lang="en-US"/>
          </a:p>
        </p:txBody>
      </p:sp>
      <p:sp>
        <p:nvSpPr>
          <p:cNvPr id="5" name="Slide Number Placeholder 4">
            <a:extLst>
              <a:ext uri="{FF2B5EF4-FFF2-40B4-BE49-F238E27FC236}">
                <a16:creationId xmlns:a16="http://schemas.microsoft.com/office/drawing/2014/main" id="{4BF21CBA-20FB-E7E2-1248-9207143D3E12}"/>
              </a:ext>
            </a:extLst>
          </p:cNvPr>
          <p:cNvSpPr>
            <a:spLocks noGrp="1"/>
          </p:cNvSpPr>
          <p:nvPr>
            <p:ph type="sldNum" sz="quarter" idx="14"/>
          </p:nvPr>
        </p:nvSpPr>
        <p:spPr/>
        <p:txBody>
          <a:bodyPr/>
          <a:lstStyle/>
          <a:p>
            <a:fld id="{86CB4B4D-7CA3-9044-876B-883B54F8677D}" type="slidenum">
              <a:rPr lang="en-US" smtClean="0"/>
              <a:pPr/>
              <a:t>4</a:t>
            </a:fld>
            <a:endParaRPr lang="en-US"/>
          </a:p>
        </p:txBody>
      </p:sp>
      <p:sp>
        <p:nvSpPr>
          <p:cNvPr id="6" name="Title 5">
            <a:extLst>
              <a:ext uri="{FF2B5EF4-FFF2-40B4-BE49-F238E27FC236}">
                <a16:creationId xmlns:a16="http://schemas.microsoft.com/office/drawing/2014/main" id="{5E1D4230-62B1-BE1B-FF12-9CD68353CC4D}"/>
              </a:ext>
            </a:extLst>
          </p:cNvPr>
          <p:cNvSpPr>
            <a:spLocks noGrp="1"/>
          </p:cNvSpPr>
          <p:nvPr>
            <p:ph type="title"/>
          </p:nvPr>
        </p:nvSpPr>
        <p:spPr/>
        <p:txBody>
          <a:bodyPr/>
          <a:lstStyle/>
          <a:p>
            <a:r>
              <a:rPr lang="en-US">
                <a:latin typeface="Inter"/>
                <a:cs typeface="Poppins SemiBold"/>
              </a:rPr>
              <a:t>Metrics and Picking Stocks</a:t>
            </a:r>
          </a:p>
        </p:txBody>
      </p:sp>
      <p:sp>
        <p:nvSpPr>
          <p:cNvPr id="8" name="Content Placeholder 7">
            <a:extLst>
              <a:ext uri="{FF2B5EF4-FFF2-40B4-BE49-F238E27FC236}">
                <a16:creationId xmlns:a16="http://schemas.microsoft.com/office/drawing/2014/main" id="{F31D00E4-542D-4247-11C3-EDA683618ED0}"/>
              </a:ext>
            </a:extLst>
          </p:cNvPr>
          <p:cNvSpPr>
            <a:spLocks noGrp="1"/>
          </p:cNvSpPr>
          <p:nvPr>
            <p:ph sz="half" idx="1"/>
          </p:nvPr>
        </p:nvSpPr>
        <p:spPr>
          <a:xfrm>
            <a:off x="12435844" y="2891804"/>
            <a:ext cx="11321254" cy="7884015"/>
          </a:xfrm>
          <a:ln>
            <a:solidFill>
              <a:schemeClr val="tx1"/>
            </a:solidFill>
          </a:ln>
        </p:spPr>
        <p:txBody>
          <a:bodyPr vert="horz" lIns="91440" tIns="45720" rIns="91440" bIns="45720" rtlCol="0" anchor="t">
            <a:normAutofit/>
          </a:bodyPr>
          <a:lstStyle/>
          <a:p>
            <a:pPr marL="0" indent="0" algn="ctr">
              <a:buNone/>
            </a:pPr>
            <a:r>
              <a:rPr lang="en-US" sz="3200" b="1">
                <a:latin typeface="Inter"/>
                <a:cs typeface="Poppins"/>
              </a:rPr>
              <a:t>Methods</a:t>
            </a:r>
            <a:endParaRPr lang="en-US" b="1">
              <a:cs typeface="Poppins"/>
            </a:endParaRPr>
          </a:p>
          <a:p>
            <a:r>
              <a:rPr lang="en-US">
                <a:latin typeface="Inter"/>
                <a:cs typeface="Poppins"/>
              </a:rPr>
              <a:t>Used stratified random sampling for 40 companies in the S&amp;P500, stratified by beta in steps of .5</a:t>
            </a:r>
          </a:p>
          <a:p>
            <a:r>
              <a:rPr lang="en-US">
                <a:latin typeface="Inter"/>
                <a:cs typeface="Poppins"/>
              </a:rPr>
              <a:t>The strata were chosen so that different strategies could be applied and modified based off Beta bands, to see which strategies would be more effective under different applications and scenarios. </a:t>
            </a:r>
            <a:endParaRPr lang="en-US"/>
          </a:p>
          <a:p>
            <a:r>
              <a:rPr lang="en-US">
                <a:latin typeface="Inter"/>
                <a:cs typeface="Poppins"/>
              </a:rPr>
              <a:t>  Results will be broken up by different Beta categories to give an idea of what would be more effective. We will seek to smooth out volatility and adjust metrics for Beta. </a:t>
            </a:r>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1553780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DDB57A-7D7F-D54E-35CF-8632F1266406}"/>
              </a:ext>
            </a:extLst>
          </p:cNvPr>
          <p:cNvSpPr>
            <a:spLocks noGrp="1"/>
          </p:cNvSpPr>
          <p:nvPr>
            <p:ph sz="half" idx="1"/>
          </p:nvPr>
        </p:nvSpPr>
        <p:spPr>
          <a:xfrm>
            <a:off x="1698390" y="2493124"/>
            <a:ext cx="9200093" cy="10008362"/>
          </a:xfrm>
          <a:ln>
            <a:solidFill>
              <a:schemeClr val="tx1"/>
            </a:solidFill>
          </a:ln>
        </p:spPr>
        <p:txBody>
          <a:bodyPr vert="horz" lIns="91440" tIns="45720" rIns="91440" bIns="45720" rtlCol="0" anchor="t">
            <a:normAutofit/>
          </a:bodyPr>
          <a:lstStyle/>
          <a:p>
            <a:pPr marL="0" indent="0" algn="ctr">
              <a:buNone/>
            </a:pPr>
            <a:r>
              <a:rPr lang="en-US" b="1">
                <a:latin typeface="Inter"/>
                <a:cs typeface="Poppins"/>
              </a:rPr>
              <a:t>ADJUSTMENTS</a:t>
            </a:r>
            <a:endParaRPr lang="en-US" b="1">
              <a:cs typeface="Poppins"/>
            </a:endParaRPr>
          </a:p>
          <a:p>
            <a:r>
              <a:rPr lang="en-US">
                <a:latin typeface="Inter"/>
                <a:cs typeface="Poppins"/>
              </a:rPr>
              <a:t>Low-Beta Adjustments: Adjusted RSI  bands to be smaller in low beta scenarios, to </a:t>
            </a:r>
            <a:r>
              <a:rPr lang="en-US" b="1">
                <a:latin typeface="Inter"/>
                <a:cs typeface="Poppins"/>
              </a:rPr>
              <a:t>facilitate liquidity</a:t>
            </a:r>
            <a:r>
              <a:rPr lang="en-US">
                <a:latin typeface="Inter"/>
                <a:cs typeface="Poppins"/>
              </a:rPr>
              <a:t>. </a:t>
            </a:r>
            <a:endParaRPr lang="en-US"/>
          </a:p>
          <a:p>
            <a:endParaRPr lang="en-US">
              <a:latin typeface="Inter"/>
              <a:cs typeface="Poppins"/>
            </a:endParaRPr>
          </a:p>
          <a:p>
            <a:r>
              <a:rPr lang="en-US">
                <a:latin typeface="Inter"/>
                <a:cs typeface="Poppins"/>
              </a:rPr>
              <a:t>Higher-Beta Adjustments: Widen both sets of bands towards the end of the beta distribution, to </a:t>
            </a:r>
            <a:r>
              <a:rPr lang="en-US" b="1">
                <a:latin typeface="Inter"/>
                <a:cs typeface="Poppins"/>
              </a:rPr>
              <a:t>ensure that false signals are not generated by the increased volatility. </a:t>
            </a:r>
            <a:endParaRPr lang="en-US" b="1"/>
          </a:p>
          <a:p>
            <a:endParaRPr lang="en-US">
              <a:latin typeface="Inter"/>
              <a:cs typeface="Poppins"/>
            </a:endParaRPr>
          </a:p>
          <a:p>
            <a:r>
              <a:rPr lang="en-US">
                <a:latin typeface="Inter"/>
                <a:cs typeface="Poppins"/>
              </a:rPr>
              <a:t>Low Beta RSI bands are 35 65.</a:t>
            </a:r>
            <a:endParaRPr lang="en-US"/>
          </a:p>
          <a:p>
            <a:r>
              <a:rPr lang="en-US">
                <a:latin typeface="Inter"/>
                <a:cs typeface="Poppins"/>
              </a:rPr>
              <a:t>High Beta RSI bands are 25 75.</a:t>
            </a:r>
            <a:endParaRPr lang="en-US"/>
          </a:p>
        </p:txBody>
      </p:sp>
      <p:sp>
        <p:nvSpPr>
          <p:cNvPr id="4" name="Text Placeholder 3">
            <a:extLst>
              <a:ext uri="{FF2B5EF4-FFF2-40B4-BE49-F238E27FC236}">
                <a16:creationId xmlns:a16="http://schemas.microsoft.com/office/drawing/2014/main" id="{DC862B02-7CD2-6B99-623E-B09C0FC1FCFC}"/>
              </a:ext>
            </a:extLst>
          </p:cNvPr>
          <p:cNvSpPr>
            <a:spLocks noGrp="1"/>
          </p:cNvSpPr>
          <p:nvPr>
            <p:ph type="body" sz="quarter" idx="13"/>
          </p:nvPr>
        </p:nvSpPr>
        <p:spPr/>
        <p:txBody>
          <a:bodyPr/>
          <a:lstStyle/>
          <a:p>
            <a:r>
              <a:rPr lang="en-US">
                <a:latin typeface="Inter"/>
                <a:cs typeface="Poppins"/>
              </a:rPr>
              <a:t>MAKING IT BETTER</a:t>
            </a:r>
            <a:endParaRPr lang="en-US"/>
          </a:p>
        </p:txBody>
      </p:sp>
      <p:sp>
        <p:nvSpPr>
          <p:cNvPr id="5" name="Slide Number Placeholder 4">
            <a:extLst>
              <a:ext uri="{FF2B5EF4-FFF2-40B4-BE49-F238E27FC236}">
                <a16:creationId xmlns:a16="http://schemas.microsoft.com/office/drawing/2014/main" id="{BADCB360-B5A3-D004-7886-7A68E39A0D13}"/>
              </a:ext>
            </a:extLst>
          </p:cNvPr>
          <p:cNvSpPr>
            <a:spLocks noGrp="1"/>
          </p:cNvSpPr>
          <p:nvPr>
            <p:ph type="sldNum" sz="quarter" idx="14"/>
          </p:nvPr>
        </p:nvSpPr>
        <p:spPr/>
        <p:txBody>
          <a:bodyPr/>
          <a:lstStyle/>
          <a:p>
            <a:fld id="{86CB4B4D-7CA3-9044-876B-883B54F8677D}" type="slidenum">
              <a:rPr lang="en-US" smtClean="0"/>
              <a:pPr/>
              <a:t>5</a:t>
            </a:fld>
            <a:endParaRPr lang="en-US"/>
          </a:p>
        </p:txBody>
      </p:sp>
      <p:sp>
        <p:nvSpPr>
          <p:cNvPr id="6" name="Title 5">
            <a:extLst>
              <a:ext uri="{FF2B5EF4-FFF2-40B4-BE49-F238E27FC236}">
                <a16:creationId xmlns:a16="http://schemas.microsoft.com/office/drawing/2014/main" id="{D3954B75-45E6-CC35-B622-787A79E2264B}"/>
              </a:ext>
            </a:extLst>
          </p:cNvPr>
          <p:cNvSpPr>
            <a:spLocks noGrp="1"/>
          </p:cNvSpPr>
          <p:nvPr>
            <p:ph type="title"/>
          </p:nvPr>
        </p:nvSpPr>
        <p:spPr/>
        <p:txBody>
          <a:bodyPr/>
          <a:lstStyle/>
          <a:p>
            <a:r>
              <a:rPr lang="en-US">
                <a:latin typeface="Inter"/>
                <a:cs typeface="Poppins SemiBold"/>
              </a:rPr>
              <a:t>Optimization</a:t>
            </a:r>
            <a:endParaRPr lang="en-US"/>
          </a:p>
        </p:txBody>
      </p:sp>
      <p:sp>
        <p:nvSpPr>
          <p:cNvPr id="8" name="Content Placeholder 7">
            <a:extLst>
              <a:ext uri="{FF2B5EF4-FFF2-40B4-BE49-F238E27FC236}">
                <a16:creationId xmlns:a16="http://schemas.microsoft.com/office/drawing/2014/main" id="{815B2AF7-7D4A-BA19-2A0E-7AD09F94113E}"/>
              </a:ext>
            </a:extLst>
          </p:cNvPr>
          <p:cNvSpPr>
            <a:spLocks noGrp="1"/>
          </p:cNvSpPr>
          <p:nvPr>
            <p:ph sz="half" idx="2"/>
          </p:nvPr>
        </p:nvSpPr>
        <p:spPr>
          <a:xfrm>
            <a:off x="13142258" y="2477845"/>
            <a:ext cx="10327342" cy="9980092"/>
          </a:xfrm>
          <a:ln>
            <a:solidFill>
              <a:schemeClr val="tx1"/>
            </a:solidFill>
          </a:ln>
        </p:spPr>
        <p:txBody>
          <a:bodyPr vert="horz" lIns="91440" tIns="45720" rIns="91440" bIns="45720" rtlCol="0" anchor="t">
            <a:normAutofit/>
          </a:bodyPr>
          <a:lstStyle/>
          <a:p>
            <a:pPr marL="0" indent="0" algn="ctr">
              <a:buNone/>
            </a:pPr>
            <a:r>
              <a:rPr lang="en-US" b="1">
                <a:latin typeface="Inter"/>
                <a:cs typeface="Poppins"/>
              </a:rPr>
              <a:t>WHY</a:t>
            </a:r>
            <a:endParaRPr lang="en-US"/>
          </a:p>
          <a:p>
            <a:pPr marL="457200" indent="-457200"/>
            <a:r>
              <a:rPr lang="en-US">
                <a:latin typeface="Inter"/>
                <a:cs typeface="Poppins"/>
              </a:rPr>
              <a:t>RSI has the issue of having low liquidity in low volatility stocks, due to less signals being produced. </a:t>
            </a:r>
            <a:endParaRPr lang="en-US"/>
          </a:p>
          <a:p>
            <a:pPr marL="457200" indent="-457200"/>
            <a:endParaRPr lang="en-US"/>
          </a:p>
          <a:p>
            <a:pPr marL="457200" indent="-457200"/>
            <a:r>
              <a:rPr lang="en-US">
                <a:latin typeface="Inter"/>
                <a:cs typeface="Poppins"/>
              </a:rPr>
              <a:t>Higher volatility stocks have the issue of producing false signals, due to the inherent volatility of the underlying assets. </a:t>
            </a:r>
            <a:endParaRPr lang="en-US"/>
          </a:p>
          <a:p>
            <a:pPr marL="457200" indent="-457200"/>
            <a:endParaRPr lang="en-US"/>
          </a:p>
          <a:p>
            <a:pPr marL="457200" indent="-457200"/>
            <a:r>
              <a:rPr lang="en-US">
                <a:latin typeface="Inter"/>
                <a:cs typeface="Poppins"/>
              </a:rPr>
              <a:t>Oscillator cannot be adjusted for Beta, as this metric is less about momentum and more to do with putting the price relative to an overall range rather than momentum. </a:t>
            </a:r>
            <a:endParaRPr lang="en-US"/>
          </a:p>
          <a:p>
            <a:pPr marL="0" indent="0">
              <a:buNone/>
            </a:pPr>
            <a:endParaRPr lang="en-US" b="1"/>
          </a:p>
        </p:txBody>
      </p:sp>
    </p:spTree>
    <p:extLst>
      <p:ext uri="{BB962C8B-B14F-4D97-AF65-F5344CB8AC3E}">
        <p14:creationId xmlns:p14="http://schemas.microsoft.com/office/powerpoint/2010/main" val="3332574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7FEAE0F-2D04-1C09-A668-B6C94F3529AA}"/>
              </a:ext>
            </a:extLst>
          </p:cNvPr>
          <p:cNvSpPr>
            <a:spLocks noGrp="1"/>
          </p:cNvSpPr>
          <p:nvPr>
            <p:ph type="title"/>
          </p:nvPr>
        </p:nvSpPr>
        <p:spPr/>
        <p:txBody>
          <a:bodyPr/>
          <a:lstStyle/>
          <a:p>
            <a:r>
              <a:rPr lang="en-US" err="1">
                <a:latin typeface="Inter"/>
                <a:cs typeface="Poppins SemiBold"/>
              </a:rPr>
              <a:t>Backtesting</a:t>
            </a:r>
            <a:r>
              <a:rPr lang="en-US">
                <a:latin typeface="Inter"/>
                <a:cs typeface="Poppins SemiBold"/>
              </a:rPr>
              <a:t> Methodology</a:t>
            </a:r>
            <a:endParaRPr lang="en-US"/>
          </a:p>
        </p:txBody>
      </p:sp>
      <p:pic>
        <p:nvPicPr>
          <p:cNvPr id="9" name="Picture 8" descr="Trade Options with QuantConnect. Hi All, | by Welly Tambunan | Medium">
            <a:extLst>
              <a:ext uri="{FF2B5EF4-FFF2-40B4-BE49-F238E27FC236}">
                <a16:creationId xmlns:a16="http://schemas.microsoft.com/office/drawing/2014/main" id="{52A444A9-64AA-BF51-01E7-91E1DBED8683}"/>
              </a:ext>
            </a:extLst>
          </p:cNvPr>
          <p:cNvPicPr>
            <a:picLocks noChangeAspect="1"/>
          </p:cNvPicPr>
          <p:nvPr/>
        </p:nvPicPr>
        <p:blipFill>
          <a:blip r:embed="rId2"/>
          <a:stretch>
            <a:fillRect/>
          </a:stretch>
        </p:blipFill>
        <p:spPr>
          <a:xfrm>
            <a:off x="18872217" y="362824"/>
            <a:ext cx="4597384" cy="1893213"/>
          </a:xfrm>
          <a:prstGeom prst="rect">
            <a:avLst/>
          </a:prstGeom>
        </p:spPr>
      </p:pic>
      <p:pic>
        <p:nvPicPr>
          <p:cNvPr id="2" name="Picture 1">
            <a:extLst>
              <a:ext uri="{FF2B5EF4-FFF2-40B4-BE49-F238E27FC236}">
                <a16:creationId xmlns:a16="http://schemas.microsoft.com/office/drawing/2014/main" id="{676DE45F-56EB-E547-2A46-AE7C8995DF17}"/>
              </a:ext>
            </a:extLst>
          </p:cNvPr>
          <p:cNvPicPr>
            <a:picLocks noChangeAspect="1"/>
          </p:cNvPicPr>
          <p:nvPr/>
        </p:nvPicPr>
        <p:blipFill>
          <a:blip r:embed="rId3"/>
          <a:stretch>
            <a:fillRect/>
          </a:stretch>
        </p:blipFill>
        <p:spPr>
          <a:xfrm>
            <a:off x="1176145" y="2768161"/>
            <a:ext cx="8810416" cy="6324461"/>
          </a:xfrm>
          <a:prstGeom prst="rect">
            <a:avLst/>
          </a:prstGeom>
        </p:spPr>
      </p:pic>
      <p:pic>
        <p:nvPicPr>
          <p:cNvPr id="3" name="Picture 2">
            <a:extLst>
              <a:ext uri="{FF2B5EF4-FFF2-40B4-BE49-F238E27FC236}">
                <a16:creationId xmlns:a16="http://schemas.microsoft.com/office/drawing/2014/main" id="{0132CD2F-0E40-1E1A-B037-E8AB2505A873}"/>
              </a:ext>
            </a:extLst>
          </p:cNvPr>
          <p:cNvPicPr>
            <a:picLocks noChangeAspect="1"/>
          </p:cNvPicPr>
          <p:nvPr/>
        </p:nvPicPr>
        <p:blipFill>
          <a:blip r:embed="rId4"/>
          <a:stretch>
            <a:fillRect/>
          </a:stretch>
        </p:blipFill>
        <p:spPr>
          <a:xfrm>
            <a:off x="13089387" y="2775948"/>
            <a:ext cx="9191973" cy="6316674"/>
          </a:xfrm>
          <a:prstGeom prst="rect">
            <a:avLst/>
          </a:prstGeom>
        </p:spPr>
      </p:pic>
      <p:sp>
        <p:nvSpPr>
          <p:cNvPr id="5" name="TextBox 4">
            <a:extLst>
              <a:ext uri="{FF2B5EF4-FFF2-40B4-BE49-F238E27FC236}">
                <a16:creationId xmlns:a16="http://schemas.microsoft.com/office/drawing/2014/main" id="{A5B9FEDE-958E-380E-E4D0-D718D0FA795C}"/>
              </a:ext>
            </a:extLst>
          </p:cNvPr>
          <p:cNvSpPr txBox="1"/>
          <p:nvPr/>
        </p:nvSpPr>
        <p:spPr>
          <a:xfrm rot="10800000" flipV="1">
            <a:off x="908933" y="10620464"/>
            <a:ext cx="22951815" cy="769441"/>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a:solidFill>
                  <a:srgbClr val="667085"/>
                </a:solidFill>
                <a:latin typeface="Inter"/>
                <a:cs typeface="Quire Sans"/>
              </a:rPr>
              <a:t>Using </a:t>
            </a:r>
            <a:r>
              <a:rPr lang="en-US" sz="4400" b="1" err="1">
                <a:solidFill>
                  <a:srgbClr val="667085"/>
                </a:solidFill>
                <a:latin typeface="Inter"/>
                <a:cs typeface="Quire Sans"/>
              </a:rPr>
              <a:t>QuantConnect</a:t>
            </a:r>
            <a:r>
              <a:rPr lang="en-US" sz="4400">
                <a:solidFill>
                  <a:srgbClr val="667085"/>
                </a:solidFill>
                <a:latin typeface="Inter"/>
                <a:cs typeface="Quire Sans"/>
              </a:rPr>
              <a:t> for </a:t>
            </a:r>
            <a:r>
              <a:rPr lang="en-US" sz="4400" err="1">
                <a:solidFill>
                  <a:srgbClr val="667085"/>
                </a:solidFill>
                <a:latin typeface="Inter"/>
                <a:cs typeface="Quire Sans"/>
              </a:rPr>
              <a:t>backtesting</a:t>
            </a:r>
            <a:r>
              <a:rPr lang="en-US" sz="4400">
                <a:solidFill>
                  <a:srgbClr val="667085"/>
                </a:solidFill>
                <a:latin typeface="Inter"/>
                <a:cs typeface="Quire Sans"/>
              </a:rPr>
              <a:t> we ran both strategies for 40 stocks and aggregated the results</a:t>
            </a:r>
            <a:endParaRPr lang="en-US" sz="4400">
              <a:latin typeface="Inter"/>
            </a:endParaRPr>
          </a:p>
        </p:txBody>
      </p:sp>
      <p:sp>
        <p:nvSpPr>
          <p:cNvPr id="4" name="Text Placeholder 3">
            <a:extLst>
              <a:ext uri="{FF2B5EF4-FFF2-40B4-BE49-F238E27FC236}">
                <a16:creationId xmlns:a16="http://schemas.microsoft.com/office/drawing/2014/main" id="{210B53F9-9D01-52E7-0B98-42C7FBA3228C}"/>
              </a:ext>
            </a:extLst>
          </p:cNvPr>
          <p:cNvSpPr>
            <a:spLocks noGrp="1"/>
          </p:cNvSpPr>
          <p:nvPr>
            <p:ph type="body" sz="quarter" idx="13"/>
          </p:nvPr>
        </p:nvSpPr>
        <p:spPr>
          <a:xfrm>
            <a:off x="914399" y="685800"/>
            <a:ext cx="6741459" cy="457200"/>
          </a:xfrm>
        </p:spPr>
        <p:txBody>
          <a:bodyPr/>
          <a:lstStyle/>
          <a:p>
            <a:r>
              <a:rPr lang="en-US">
                <a:latin typeface="Inter"/>
                <a:cs typeface="Poppins"/>
              </a:rPr>
              <a:t>BACKTESTING</a:t>
            </a:r>
            <a:endParaRPr lang="en-US"/>
          </a:p>
        </p:txBody>
      </p:sp>
    </p:spTree>
    <p:extLst>
      <p:ext uri="{BB962C8B-B14F-4D97-AF65-F5344CB8AC3E}">
        <p14:creationId xmlns:p14="http://schemas.microsoft.com/office/powerpoint/2010/main" val="2380657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41E25F-FAFB-2D56-682E-951A6F9C63E0}"/>
              </a:ext>
            </a:extLst>
          </p:cNvPr>
          <p:cNvSpPr>
            <a:spLocks noGrp="1"/>
          </p:cNvSpPr>
          <p:nvPr>
            <p:ph sz="half" idx="1"/>
          </p:nvPr>
        </p:nvSpPr>
        <p:spPr>
          <a:ln>
            <a:solidFill>
              <a:schemeClr val="tx1"/>
            </a:solidFill>
          </a:ln>
        </p:spPr>
        <p:txBody>
          <a:bodyPr>
            <a:normAutofit/>
          </a:bodyPr>
          <a:lstStyle/>
          <a:p>
            <a:r>
              <a:rPr lang="en-US" sz="4000"/>
              <a:t>TA-Lib to compute computationally </a:t>
            </a:r>
          </a:p>
          <a:p>
            <a:pPr lvl="1"/>
            <a:r>
              <a:rPr lang="en-US" sz="3600"/>
              <a:t>RSI with 14-day period</a:t>
            </a:r>
          </a:p>
          <a:p>
            <a:pPr lvl="1"/>
            <a:r>
              <a:rPr lang="en-US" sz="3600"/>
              <a:t>Stochastic Oscillator with 14 day %k Period</a:t>
            </a:r>
          </a:p>
          <a:p>
            <a:r>
              <a:rPr lang="en-US" sz="4000"/>
              <a:t>Generate Buy/Sell signals based on rules</a:t>
            </a:r>
          </a:p>
          <a:p>
            <a:r>
              <a:rPr lang="en-US" sz="4000"/>
              <a:t>Utilizing the </a:t>
            </a:r>
            <a:r>
              <a:rPr lang="en-US" sz="4000" b="1"/>
              <a:t>Momentum </a:t>
            </a:r>
            <a:r>
              <a:rPr lang="en-US" sz="4000"/>
              <a:t>of the stock price to find winning trades</a:t>
            </a:r>
          </a:p>
        </p:txBody>
      </p:sp>
      <p:pic>
        <p:nvPicPr>
          <p:cNvPr id="8" name="Content Placeholder 7">
            <a:extLst>
              <a:ext uri="{FF2B5EF4-FFF2-40B4-BE49-F238E27FC236}">
                <a16:creationId xmlns:a16="http://schemas.microsoft.com/office/drawing/2014/main" id="{7B4D83E6-A8B2-5010-BF5F-6927DE74188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674357" y="2971800"/>
            <a:ext cx="11795243" cy="9384537"/>
          </a:xfrm>
        </p:spPr>
      </p:pic>
      <p:sp>
        <p:nvSpPr>
          <p:cNvPr id="4" name="Text Placeholder 3">
            <a:extLst>
              <a:ext uri="{FF2B5EF4-FFF2-40B4-BE49-F238E27FC236}">
                <a16:creationId xmlns:a16="http://schemas.microsoft.com/office/drawing/2014/main" id="{286D5912-F13E-5659-F9E9-D7B5AD7BD493}"/>
              </a:ext>
            </a:extLst>
          </p:cNvPr>
          <p:cNvSpPr>
            <a:spLocks noGrp="1"/>
          </p:cNvSpPr>
          <p:nvPr>
            <p:ph type="body" sz="quarter" idx="13"/>
          </p:nvPr>
        </p:nvSpPr>
        <p:spPr/>
        <p:txBody>
          <a:bodyPr/>
          <a:lstStyle/>
          <a:p>
            <a:r>
              <a:rPr lang="en-US">
                <a:latin typeface="Inter"/>
                <a:cs typeface="Poppins"/>
              </a:rPr>
              <a:t>DOING THE MATH</a:t>
            </a:r>
            <a:endParaRPr lang="en-US"/>
          </a:p>
        </p:txBody>
      </p:sp>
      <p:sp>
        <p:nvSpPr>
          <p:cNvPr id="5" name="Slide Number Placeholder 4">
            <a:extLst>
              <a:ext uri="{FF2B5EF4-FFF2-40B4-BE49-F238E27FC236}">
                <a16:creationId xmlns:a16="http://schemas.microsoft.com/office/drawing/2014/main" id="{9E112745-3F58-EAEB-82B5-ADC790B472F9}"/>
              </a:ext>
            </a:extLst>
          </p:cNvPr>
          <p:cNvSpPr>
            <a:spLocks noGrp="1"/>
          </p:cNvSpPr>
          <p:nvPr>
            <p:ph type="sldNum" sz="quarter" idx="14"/>
          </p:nvPr>
        </p:nvSpPr>
        <p:spPr/>
        <p:txBody>
          <a:bodyPr/>
          <a:lstStyle/>
          <a:p>
            <a:fld id="{86CB4B4D-7CA3-9044-876B-883B54F8677D}" type="slidenum">
              <a:rPr lang="en-US" smtClean="0"/>
              <a:pPr/>
              <a:t>7</a:t>
            </a:fld>
            <a:endParaRPr lang="en-US"/>
          </a:p>
        </p:txBody>
      </p:sp>
      <p:sp>
        <p:nvSpPr>
          <p:cNvPr id="6" name="Title 5">
            <a:extLst>
              <a:ext uri="{FF2B5EF4-FFF2-40B4-BE49-F238E27FC236}">
                <a16:creationId xmlns:a16="http://schemas.microsoft.com/office/drawing/2014/main" id="{5B6D13E5-BA1D-5C27-CEA2-E1100BD3F074}"/>
              </a:ext>
            </a:extLst>
          </p:cNvPr>
          <p:cNvSpPr>
            <a:spLocks noGrp="1"/>
          </p:cNvSpPr>
          <p:nvPr>
            <p:ph type="title"/>
          </p:nvPr>
        </p:nvSpPr>
        <p:spPr/>
        <p:txBody>
          <a:bodyPr/>
          <a:lstStyle/>
          <a:p>
            <a:r>
              <a:rPr lang="en-US"/>
              <a:t>Calculations</a:t>
            </a:r>
          </a:p>
        </p:txBody>
      </p:sp>
    </p:spTree>
    <p:extLst>
      <p:ext uri="{BB962C8B-B14F-4D97-AF65-F5344CB8AC3E}">
        <p14:creationId xmlns:p14="http://schemas.microsoft.com/office/powerpoint/2010/main" val="1342484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157618C-A31C-3515-B879-B16EF6F0681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869820" y="3357058"/>
            <a:ext cx="12023766" cy="1371600"/>
          </a:xfrm>
        </p:spPr>
      </p:pic>
      <p:pic>
        <p:nvPicPr>
          <p:cNvPr id="10" name="Content Placeholder 9">
            <a:extLst>
              <a:ext uri="{FF2B5EF4-FFF2-40B4-BE49-F238E27FC236}">
                <a16:creationId xmlns:a16="http://schemas.microsoft.com/office/drawing/2014/main" id="{911303A4-43B9-2710-3D1A-DD1005CE9AE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2501480" y="5359262"/>
            <a:ext cx="9897103" cy="7069359"/>
          </a:xfrm>
        </p:spPr>
      </p:pic>
      <p:sp>
        <p:nvSpPr>
          <p:cNvPr id="4" name="Text Placeholder 3">
            <a:extLst>
              <a:ext uri="{FF2B5EF4-FFF2-40B4-BE49-F238E27FC236}">
                <a16:creationId xmlns:a16="http://schemas.microsoft.com/office/drawing/2014/main" id="{474FE0E4-5030-EBEB-1807-9EA3292F1A64}"/>
              </a:ext>
            </a:extLst>
          </p:cNvPr>
          <p:cNvSpPr>
            <a:spLocks noGrp="1"/>
          </p:cNvSpPr>
          <p:nvPr>
            <p:ph type="body" sz="quarter" idx="13"/>
          </p:nvPr>
        </p:nvSpPr>
        <p:spPr/>
        <p:txBody>
          <a:bodyPr/>
          <a:lstStyle/>
          <a:p>
            <a:r>
              <a:rPr lang="en-US"/>
              <a:t>METHODS</a:t>
            </a:r>
          </a:p>
        </p:txBody>
      </p:sp>
      <p:sp>
        <p:nvSpPr>
          <p:cNvPr id="5" name="Slide Number Placeholder 4">
            <a:extLst>
              <a:ext uri="{FF2B5EF4-FFF2-40B4-BE49-F238E27FC236}">
                <a16:creationId xmlns:a16="http://schemas.microsoft.com/office/drawing/2014/main" id="{5DAF6B64-EAF1-8C41-800F-7FA1A704E584}"/>
              </a:ext>
            </a:extLst>
          </p:cNvPr>
          <p:cNvSpPr>
            <a:spLocks noGrp="1"/>
          </p:cNvSpPr>
          <p:nvPr>
            <p:ph type="sldNum" sz="quarter" idx="14"/>
          </p:nvPr>
        </p:nvSpPr>
        <p:spPr/>
        <p:txBody>
          <a:bodyPr/>
          <a:lstStyle/>
          <a:p>
            <a:fld id="{86CB4B4D-7CA3-9044-876B-883B54F8677D}" type="slidenum">
              <a:rPr lang="en-US" smtClean="0"/>
              <a:pPr/>
              <a:t>8</a:t>
            </a:fld>
            <a:endParaRPr lang="en-US"/>
          </a:p>
        </p:txBody>
      </p:sp>
      <p:sp>
        <p:nvSpPr>
          <p:cNvPr id="6" name="Title 5">
            <a:extLst>
              <a:ext uri="{FF2B5EF4-FFF2-40B4-BE49-F238E27FC236}">
                <a16:creationId xmlns:a16="http://schemas.microsoft.com/office/drawing/2014/main" id="{6880D9EC-0C70-0C87-B9FB-7E3F19DEE4A4}"/>
              </a:ext>
            </a:extLst>
          </p:cNvPr>
          <p:cNvSpPr>
            <a:spLocks noGrp="1"/>
          </p:cNvSpPr>
          <p:nvPr>
            <p:ph type="title"/>
          </p:nvPr>
        </p:nvSpPr>
        <p:spPr/>
        <p:txBody>
          <a:bodyPr/>
          <a:lstStyle/>
          <a:p>
            <a:r>
              <a:rPr lang="en-US"/>
              <a:t>Statistical Analysis Methods</a:t>
            </a:r>
          </a:p>
        </p:txBody>
      </p:sp>
      <p:sp>
        <p:nvSpPr>
          <p:cNvPr id="12" name="TextBox 11">
            <a:extLst>
              <a:ext uri="{FF2B5EF4-FFF2-40B4-BE49-F238E27FC236}">
                <a16:creationId xmlns:a16="http://schemas.microsoft.com/office/drawing/2014/main" id="{2D69772D-EB8D-36A9-E146-325C8501C2AA}"/>
              </a:ext>
            </a:extLst>
          </p:cNvPr>
          <p:cNvSpPr txBox="1"/>
          <p:nvPr/>
        </p:nvSpPr>
        <p:spPr>
          <a:xfrm>
            <a:off x="1495803" y="3898232"/>
            <a:ext cx="184731" cy="461665"/>
          </a:xfrm>
          <a:prstGeom prst="rect">
            <a:avLst/>
          </a:prstGeom>
          <a:noFill/>
        </p:spPr>
        <p:txBody>
          <a:bodyPr wrap="none" rtlCol="0">
            <a:spAutoFit/>
          </a:bodyPr>
          <a:lstStyle/>
          <a:p>
            <a:endParaRPr lang="en-US"/>
          </a:p>
        </p:txBody>
      </p:sp>
      <p:sp>
        <p:nvSpPr>
          <p:cNvPr id="13" name="Content Placeholder 1">
            <a:extLst>
              <a:ext uri="{FF2B5EF4-FFF2-40B4-BE49-F238E27FC236}">
                <a16:creationId xmlns:a16="http://schemas.microsoft.com/office/drawing/2014/main" id="{3E85A579-5757-DD7C-6719-C8ADEF625550}"/>
              </a:ext>
            </a:extLst>
          </p:cNvPr>
          <p:cNvSpPr txBox="1">
            <a:spLocks/>
          </p:cNvSpPr>
          <p:nvPr/>
        </p:nvSpPr>
        <p:spPr>
          <a:xfrm>
            <a:off x="914400" y="3209365"/>
            <a:ext cx="10327342" cy="914697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Beta Regression</a:t>
            </a:r>
          </a:p>
          <a:p>
            <a:pPr lvl="1"/>
            <a:r>
              <a:rPr lang="en-US" sz="3600"/>
              <a:t>Stock yield as independent variable</a:t>
            </a:r>
          </a:p>
          <a:p>
            <a:pPr lvl="1"/>
            <a:r>
              <a:rPr lang="en-US" sz="3600"/>
              <a:t>Strategy yield as dependent variable</a:t>
            </a:r>
          </a:p>
          <a:p>
            <a:pPr lvl="1"/>
            <a:r>
              <a:rPr lang="en-US" sz="3600"/>
              <a:t>2-norm least squares regression</a:t>
            </a:r>
          </a:p>
          <a:p>
            <a:r>
              <a:rPr lang="en-US" sz="4000"/>
              <a:t>CAPM Model</a:t>
            </a:r>
          </a:p>
          <a:p>
            <a:pPr lvl="1"/>
            <a:r>
              <a:rPr lang="en-US" sz="3600"/>
              <a:t>Adjusts expected returns for various beta</a:t>
            </a:r>
          </a:p>
          <a:p>
            <a:pPr lvl="1"/>
            <a:r>
              <a:rPr lang="en-US" sz="3600"/>
              <a:t>Stochastic Oscillator with 14 day %k Period</a:t>
            </a:r>
          </a:p>
        </p:txBody>
      </p:sp>
    </p:spTree>
    <p:extLst>
      <p:ext uri="{BB962C8B-B14F-4D97-AF65-F5344CB8AC3E}">
        <p14:creationId xmlns:p14="http://schemas.microsoft.com/office/powerpoint/2010/main" val="403721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graph with blue and orange dots&#10;&#10;AI-generated content may be incorrect.">
            <a:extLst>
              <a:ext uri="{FF2B5EF4-FFF2-40B4-BE49-F238E27FC236}">
                <a16:creationId xmlns:a16="http://schemas.microsoft.com/office/drawing/2014/main" id="{1B1179B1-73BA-99D2-F4AB-D35DD5189FB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14398" y="2971799"/>
            <a:ext cx="11277601" cy="9066935"/>
          </a:xfrm>
        </p:spPr>
      </p:pic>
      <p:sp>
        <p:nvSpPr>
          <p:cNvPr id="4" name="Text Placeholder 3">
            <a:extLst>
              <a:ext uri="{FF2B5EF4-FFF2-40B4-BE49-F238E27FC236}">
                <a16:creationId xmlns:a16="http://schemas.microsoft.com/office/drawing/2014/main" id="{05BD128F-EF93-9D02-9059-98340F64BCA3}"/>
              </a:ext>
            </a:extLst>
          </p:cNvPr>
          <p:cNvSpPr>
            <a:spLocks noGrp="1"/>
          </p:cNvSpPr>
          <p:nvPr>
            <p:ph type="body" sz="quarter" idx="13"/>
          </p:nvPr>
        </p:nvSpPr>
        <p:spPr/>
        <p:txBody>
          <a:bodyPr/>
          <a:lstStyle/>
          <a:p>
            <a:r>
              <a:rPr lang="en-US">
                <a:latin typeface="Inter"/>
                <a:cs typeface="Poppins"/>
              </a:rPr>
              <a:t>OUTPUTS</a:t>
            </a:r>
            <a:endParaRPr lang="en-US"/>
          </a:p>
        </p:txBody>
      </p:sp>
      <p:sp>
        <p:nvSpPr>
          <p:cNvPr id="5" name="Slide Number Placeholder 4">
            <a:extLst>
              <a:ext uri="{FF2B5EF4-FFF2-40B4-BE49-F238E27FC236}">
                <a16:creationId xmlns:a16="http://schemas.microsoft.com/office/drawing/2014/main" id="{E6ED0AF2-B917-56D2-EBF8-D2C117BED5AD}"/>
              </a:ext>
            </a:extLst>
          </p:cNvPr>
          <p:cNvSpPr>
            <a:spLocks noGrp="1"/>
          </p:cNvSpPr>
          <p:nvPr>
            <p:ph type="sldNum" sz="quarter" idx="14"/>
          </p:nvPr>
        </p:nvSpPr>
        <p:spPr/>
        <p:txBody>
          <a:bodyPr/>
          <a:lstStyle/>
          <a:p>
            <a:fld id="{86CB4B4D-7CA3-9044-876B-883B54F8677D}" type="slidenum">
              <a:rPr lang="en-US" smtClean="0"/>
              <a:pPr/>
              <a:t>9</a:t>
            </a:fld>
            <a:endParaRPr lang="en-US"/>
          </a:p>
        </p:txBody>
      </p:sp>
      <p:sp>
        <p:nvSpPr>
          <p:cNvPr id="6" name="Title 5">
            <a:extLst>
              <a:ext uri="{FF2B5EF4-FFF2-40B4-BE49-F238E27FC236}">
                <a16:creationId xmlns:a16="http://schemas.microsoft.com/office/drawing/2014/main" id="{1BEFD9D9-E049-61C9-D16E-05B6323E390F}"/>
              </a:ext>
            </a:extLst>
          </p:cNvPr>
          <p:cNvSpPr>
            <a:spLocks noGrp="1"/>
          </p:cNvSpPr>
          <p:nvPr>
            <p:ph type="title"/>
          </p:nvPr>
        </p:nvSpPr>
        <p:spPr/>
        <p:txBody>
          <a:bodyPr/>
          <a:lstStyle/>
          <a:p>
            <a:r>
              <a:rPr lang="en-US"/>
              <a:t>Results</a:t>
            </a:r>
          </a:p>
        </p:txBody>
      </p:sp>
      <p:pic>
        <p:nvPicPr>
          <p:cNvPr id="27" name="Content Placeholder 26" descr="A table with numbers and a black background&#10;&#10;AI-generated content may be incorrect.">
            <a:extLst>
              <a:ext uri="{FF2B5EF4-FFF2-40B4-BE49-F238E27FC236}">
                <a16:creationId xmlns:a16="http://schemas.microsoft.com/office/drawing/2014/main" id="{D7E6446C-2DB3-AF27-41F5-095546BC98A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2332690" y="4943700"/>
            <a:ext cx="11425975" cy="3828599"/>
          </a:xfrm>
        </p:spPr>
      </p:pic>
    </p:spTree>
    <p:extLst>
      <p:ext uri="{BB962C8B-B14F-4D97-AF65-F5344CB8AC3E}">
        <p14:creationId xmlns:p14="http://schemas.microsoft.com/office/powerpoint/2010/main" val="2517665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CC632-7764-568A-C7FC-9F4AC39163D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1353D64-8A59-23E8-97F9-2C0035D495F7}"/>
              </a:ext>
            </a:extLst>
          </p:cNvPr>
          <p:cNvSpPr>
            <a:spLocks noGrp="1"/>
          </p:cNvSpPr>
          <p:nvPr>
            <p:ph sz="half" idx="1"/>
          </p:nvPr>
        </p:nvSpPr>
        <p:spPr/>
        <p:txBody>
          <a:bodyPr>
            <a:normAutofit/>
          </a:bodyPr>
          <a:lstStyle/>
          <a:p>
            <a:r>
              <a:rPr lang="en-US" sz="4000"/>
              <a:t>Statistical Errors:</a:t>
            </a:r>
          </a:p>
          <a:p>
            <a:pPr lvl="1"/>
            <a:r>
              <a:rPr lang="en-US" sz="3600"/>
              <a:t>Beta Regression Uncertainty</a:t>
            </a:r>
          </a:p>
          <a:p>
            <a:pPr lvl="1"/>
            <a:r>
              <a:rPr lang="en-US" sz="3600"/>
              <a:t>Errors in Free Data</a:t>
            </a:r>
          </a:p>
          <a:p>
            <a:pPr lvl="1"/>
            <a:r>
              <a:rPr lang="en-US" sz="3600"/>
              <a:t>Risk-Free Rate Uncertainty</a:t>
            </a:r>
          </a:p>
          <a:p>
            <a:pPr lvl="1"/>
            <a:r>
              <a:rPr lang="en-US" sz="3600"/>
              <a:t>Round-off Errors</a:t>
            </a:r>
          </a:p>
          <a:p>
            <a:endParaRPr lang="en-US" sz="4000"/>
          </a:p>
        </p:txBody>
      </p:sp>
      <p:sp>
        <p:nvSpPr>
          <p:cNvPr id="8" name="Content Placeholder 7">
            <a:extLst>
              <a:ext uri="{FF2B5EF4-FFF2-40B4-BE49-F238E27FC236}">
                <a16:creationId xmlns:a16="http://schemas.microsoft.com/office/drawing/2014/main" id="{227667D5-5935-CE03-825F-BA74CFB52F59}"/>
              </a:ext>
            </a:extLst>
          </p:cNvPr>
          <p:cNvSpPr>
            <a:spLocks noGrp="1"/>
          </p:cNvSpPr>
          <p:nvPr>
            <p:ph sz="half" idx="2"/>
          </p:nvPr>
        </p:nvSpPr>
        <p:spPr>
          <a:xfrm>
            <a:off x="10952511" y="3209365"/>
            <a:ext cx="10327342" cy="9146972"/>
          </a:xfrm>
        </p:spPr>
        <p:txBody>
          <a:bodyPr vert="horz" lIns="91440" tIns="45720" rIns="91440" bIns="45720" rtlCol="0" anchor="t">
            <a:normAutofit/>
          </a:bodyPr>
          <a:lstStyle/>
          <a:p>
            <a:r>
              <a:rPr lang="en-US" sz="4000">
                <a:latin typeface="Inter"/>
                <a:cs typeface="Poppins"/>
              </a:rPr>
              <a:t>Systematic Errors:</a:t>
            </a:r>
          </a:p>
          <a:p>
            <a:pPr lvl="1"/>
            <a:r>
              <a:rPr lang="en-US" sz="3600">
                <a:latin typeface="Inter"/>
                <a:cs typeface="Poppins"/>
              </a:rPr>
              <a:t>Back Testing Methodology</a:t>
            </a:r>
          </a:p>
          <a:p>
            <a:pPr lvl="1"/>
            <a:r>
              <a:rPr lang="en-US" sz="3600">
                <a:latin typeface="Inter"/>
                <a:cs typeface="Poppins"/>
              </a:rPr>
              <a:t>Assumptions from CAPM Model</a:t>
            </a:r>
          </a:p>
          <a:p>
            <a:pPr lvl="1"/>
            <a:r>
              <a:rPr lang="en-US" sz="3600"/>
              <a:t>Unknown TA-Lib Mistakes</a:t>
            </a:r>
          </a:p>
          <a:p>
            <a:pPr lvl="1"/>
            <a:r>
              <a:rPr lang="en-US" sz="3600">
                <a:latin typeface="Inter"/>
                <a:cs typeface="Poppins"/>
              </a:rPr>
              <a:t>Any Other Personal Mistakes </a:t>
            </a:r>
          </a:p>
          <a:p>
            <a:pPr lvl="1"/>
            <a:endParaRPr lang="en-US" sz="3600"/>
          </a:p>
          <a:p>
            <a:pPr lvl="1"/>
            <a:endParaRPr lang="en-US" sz="3600"/>
          </a:p>
        </p:txBody>
      </p:sp>
      <p:sp>
        <p:nvSpPr>
          <p:cNvPr id="9" name="Text Placeholder 8">
            <a:extLst>
              <a:ext uri="{FF2B5EF4-FFF2-40B4-BE49-F238E27FC236}">
                <a16:creationId xmlns:a16="http://schemas.microsoft.com/office/drawing/2014/main" id="{7E653C0D-868B-9F63-0E72-191ABEBFF3BE}"/>
              </a:ext>
            </a:extLst>
          </p:cNvPr>
          <p:cNvSpPr>
            <a:spLocks noGrp="1"/>
          </p:cNvSpPr>
          <p:nvPr>
            <p:ph type="body" sz="quarter" idx="13"/>
          </p:nvPr>
        </p:nvSpPr>
        <p:spPr/>
        <p:txBody>
          <a:bodyPr/>
          <a:lstStyle/>
          <a:p>
            <a:r>
              <a:rPr lang="en-US">
                <a:latin typeface="Inter"/>
                <a:cs typeface="Poppins"/>
              </a:rPr>
              <a:t>WHAT CAN BE IMPROVED</a:t>
            </a:r>
            <a:endParaRPr lang="en-US"/>
          </a:p>
        </p:txBody>
      </p:sp>
      <p:sp>
        <p:nvSpPr>
          <p:cNvPr id="5" name="Slide Number Placeholder 4">
            <a:extLst>
              <a:ext uri="{FF2B5EF4-FFF2-40B4-BE49-F238E27FC236}">
                <a16:creationId xmlns:a16="http://schemas.microsoft.com/office/drawing/2014/main" id="{2C9F0A59-4189-BD56-FCCF-D5DF402014F4}"/>
              </a:ext>
            </a:extLst>
          </p:cNvPr>
          <p:cNvSpPr>
            <a:spLocks noGrp="1"/>
          </p:cNvSpPr>
          <p:nvPr>
            <p:ph type="sldNum" sz="quarter" idx="14"/>
          </p:nvPr>
        </p:nvSpPr>
        <p:spPr/>
        <p:txBody>
          <a:bodyPr/>
          <a:lstStyle/>
          <a:p>
            <a:fld id="{86CB4B4D-7CA3-9044-876B-883B54F8677D}" type="slidenum">
              <a:rPr lang="en-US" smtClean="0"/>
              <a:pPr/>
              <a:t>10</a:t>
            </a:fld>
            <a:endParaRPr lang="en-US"/>
          </a:p>
        </p:txBody>
      </p:sp>
      <p:sp>
        <p:nvSpPr>
          <p:cNvPr id="6" name="Title 5">
            <a:extLst>
              <a:ext uri="{FF2B5EF4-FFF2-40B4-BE49-F238E27FC236}">
                <a16:creationId xmlns:a16="http://schemas.microsoft.com/office/drawing/2014/main" id="{7227299B-8512-10B0-622E-C1DC7995537D}"/>
              </a:ext>
            </a:extLst>
          </p:cNvPr>
          <p:cNvSpPr>
            <a:spLocks noGrp="1"/>
          </p:cNvSpPr>
          <p:nvPr>
            <p:ph type="title"/>
          </p:nvPr>
        </p:nvSpPr>
        <p:spPr/>
        <p:txBody>
          <a:bodyPr/>
          <a:lstStyle/>
          <a:p>
            <a:r>
              <a:rPr lang="en-US"/>
              <a:t>Error Analysis</a:t>
            </a:r>
          </a:p>
        </p:txBody>
      </p:sp>
    </p:spTree>
    <p:extLst>
      <p:ext uri="{BB962C8B-B14F-4D97-AF65-F5344CB8AC3E}">
        <p14:creationId xmlns:p14="http://schemas.microsoft.com/office/powerpoint/2010/main" val="2012267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FCA76D-CE78-4CB6-69B4-2859EAAFFD6C}"/>
              </a:ext>
            </a:extLst>
          </p:cNvPr>
          <p:cNvSpPr>
            <a:spLocks noGrp="1"/>
          </p:cNvSpPr>
          <p:nvPr>
            <p:ph sz="half" idx="1"/>
          </p:nvPr>
        </p:nvSpPr>
        <p:spPr>
          <a:xfrm>
            <a:off x="914399" y="3209365"/>
            <a:ext cx="22474989" cy="9146972"/>
          </a:xfrm>
        </p:spPr>
        <p:txBody>
          <a:bodyPr vert="horz" lIns="91440" tIns="45720" rIns="91440" bIns="45720" rtlCol="0" anchor="t">
            <a:normAutofit/>
          </a:bodyPr>
          <a:lstStyle/>
          <a:p>
            <a:r>
              <a:rPr lang="en-US" sz="4000">
                <a:latin typeface="Inter"/>
                <a:cs typeface="Poppins"/>
              </a:rPr>
              <a:t>Various Kinematic Strategies</a:t>
            </a:r>
            <a:endParaRPr lang="en-US"/>
          </a:p>
          <a:p>
            <a:pPr lvl="1"/>
            <a:r>
              <a:rPr lang="en-US" sz="3600">
                <a:latin typeface="Inter"/>
                <a:cs typeface="Poppins"/>
              </a:rPr>
              <a:t>Stochastic Momentum</a:t>
            </a:r>
          </a:p>
          <a:p>
            <a:pPr lvl="1"/>
            <a:r>
              <a:rPr lang="en-US" sz="3600">
                <a:latin typeface="Inter"/>
                <a:cs typeface="Poppins"/>
              </a:rPr>
              <a:t>RSI Momentum</a:t>
            </a:r>
          </a:p>
          <a:p>
            <a:pPr lvl="1"/>
            <a:r>
              <a:rPr lang="en-US" sz="3600">
                <a:latin typeface="Inter"/>
                <a:cs typeface="Poppins"/>
              </a:rPr>
              <a:t>Patrick Mulloy’s Acceleration Bands</a:t>
            </a:r>
          </a:p>
          <a:p>
            <a:r>
              <a:rPr lang="en-US" sz="4000">
                <a:latin typeface="Inter"/>
                <a:cs typeface="Poppins"/>
              </a:rPr>
              <a:t>Utilize/Research Other Momentum Indicators</a:t>
            </a:r>
          </a:p>
          <a:p>
            <a:pPr lvl="1"/>
            <a:r>
              <a:rPr lang="en-US" sz="3600">
                <a:latin typeface="Inter"/>
                <a:cs typeface="Poppins"/>
              </a:rPr>
              <a:t>Classical Rate of Change (ROC) indicators</a:t>
            </a:r>
          </a:p>
          <a:p>
            <a:pPr lvl="1"/>
            <a:r>
              <a:rPr lang="en-US" sz="3600">
                <a:latin typeface="Inter"/>
                <a:cs typeface="Poppins"/>
              </a:rPr>
              <a:t>Moving Average Convergence/Divergence (MACD)</a:t>
            </a:r>
          </a:p>
          <a:p>
            <a:pPr lvl="1"/>
            <a:r>
              <a:rPr lang="en-US" sz="3600">
                <a:latin typeface="Inter"/>
                <a:cs typeface="Poppins"/>
              </a:rPr>
              <a:t>Commodity Channel Index (CCI)</a:t>
            </a:r>
          </a:p>
          <a:p>
            <a:r>
              <a:rPr lang="en-US" sz="4000">
                <a:latin typeface="Inter"/>
                <a:cs typeface="Poppins"/>
              </a:rPr>
              <a:t>Use of leverage, potential short positions instead of selling, etc. </a:t>
            </a:r>
          </a:p>
          <a:p>
            <a:endParaRPr lang="en-US" sz="4000">
              <a:latin typeface="Inter"/>
              <a:cs typeface="Poppins"/>
            </a:endParaRPr>
          </a:p>
        </p:txBody>
      </p:sp>
      <p:sp>
        <p:nvSpPr>
          <p:cNvPr id="4" name="Text Placeholder 3">
            <a:extLst>
              <a:ext uri="{FF2B5EF4-FFF2-40B4-BE49-F238E27FC236}">
                <a16:creationId xmlns:a16="http://schemas.microsoft.com/office/drawing/2014/main" id="{EC254CDF-4E20-544B-2949-1E810D54248A}"/>
              </a:ext>
            </a:extLst>
          </p:cNvPr>
          <p:cNvSpPr>
            <a:spLocks noGrp="1"/>
          </p:cNvSpPr>
          <p:nvPr>
            <p:ph type="body" sz="quarter" idx="13"/>
          </p:nvPr>
        </p:nvSpPr>
        <p:spPr/>
        <p:txBody>
          <a:bodyPr/>
          <a:lstStyle/>
          <a:p>
            <a:r>
              <a:rPr lang="en-US">
                <a:latin typeface="Inter"/>
                <a:cs typeface="Poppins"/>
              </a:rPr>
              <a:t>WHAT'S NEXT</a:t>
            </a:r>
            <a:endParaRPr lang="en-US"/>
          </a:p>
        </p:txBody>
      </p:sp>
      <p:sp>
        <p:nvSpPr>
          <p:cNvPr id="5" name="Slide Number Placeholder 4">
            <a:extLst>
              <a:ext uri="{FF2B5EF4-FFF2-40B4-BE49-F238E27FC236}">
                <a16:creationId xmlns:a16="http://schemas.microsoft.com/office/drawing/2014/main" id="{3AFDC289-6343-432A-8DB8-76C6D9476984}"/>
              </a:ext>
            </a:extLst>
          </p:cNvPr>
          <p:cNvSpPr>
            <a:spLocks noGrp="1"/>
          </p:cNvSpPr>
          <p:nvPr>
            <p:ph type="sldNum" sz="quarter" idx="14"/>
          </p:nvPr>
        </p:nvSpPr>
        <p:spPr/>
        <p:txBody>
          <a:bodyPr/>
          <a:lstStyle/>
          <a:p>
            <a:fld id="{86CB4B4D-7CA3-9044-876B-883B54F8677D}" type="slidenum">
              <a:rPr lang="en-US" smtClean="0"/>
              <a:pPr/>
              <a:t>11</a:t>
            </a:fld>
            <a:endParaRPr lang="en-US"/>
          </a:p>
        </p:txBody>
      </p:sp>
      <p:sp>
        <p:nvSpPr>
          <p:cNvPr id="6" name="Title 5">
            <a:extLst>
              <a:ext uri="{FF2B5EF4-FFF2-40B4-BE49-F238E27FC236}">
                <a16:creationId xmlns:a16="http://schemas.microsoft.com/office/drawing/2014/main" id="{456BB70E-7493-01C6-26EE-11C03F029C7E}"/>
              </a:ext>
            </a:extLst>
          </p:cNvPr>
          <p:cNvSpPr>
            <a:spLocks noGrp="1"/>
          </p:cNvSpPr>
          <p:nvPr>
            <p:ph type="title"/>
          </p:nvPr>
        </p:nvSpPr>
        <p:spPr/>
        <p:txBody>
          <a:bodyPr/>
          <a:lstStyle/>
          <a:p>
            <a:r>
              <a:rPr lang="en-US"/>
              <a:t>Potential Next Steps</a:t>
            </a:r>
          </a:p>
        </p:txBody>
      </p:sp>
      <p:pic>
        <p:nvPicPr>
          <p:cNvPr id="8" name="Picture 7" descr="A black text on a white background&#10;&#10;AI-generated content may be incorrect.">
            <a:extLst>
              <a:ext uri="{FF2B5EF4-FFF2-40B4-BE49-F238E27FC236}">
                <a16:creationId xmlns:a16="http://schemas.microsoft.com/office/drawing/2014/main" id="{ECBA0182-1193-FF1A-82EC-67C1037B0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76311" y="3587592"/>
            <a:ext cx="10477283" cy="3241174"/>
          </a:xfrm>
          <a:prstGeom prst="rect">
            <a:avLst/>
          </a:prstGeom>
        </p:spPr>
      </p:pic>
    </p:spTree>
    <p:extLst>
      <p:ext uri="{BB962C8B-B14F-4D97-AF65-F5344CB8AC3E}">
        <p14:creationId xmlns:p14="http://schemas.microsoft.com/office/powerpoint/2010/main" val="640192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FE9CFA2-9D31-6595-2EDD-51141EFDFAC1}"/>
              </a:ext>
            </a:extLst>
          </p:cNvPr>
          <p:cNvSpPr>
            <a:spLocks noGrp="1"/>
          </p:cNvSpPr>
          <p:nvPr>
            <p:ph type="body" sz="quarter" idx="13"/>
          </p:nvPr>
        </p:nvSpPr>
        <p:spPr/>
        <p:txBody>
          <a:bodyPr/>
          <a:lstStyle/>
          <a:p>
            <a:r>
              <a:rPr lang="en-US">
                <a:latin typeface="Inter"/>
                <a:cs typeface="Poppins"/>
              </a:rPr>
              <a:t>FINAL JUDGEMENTS</a:t>
            </a:r>
            <a:endParaRPr lang="en-US"/>
          </a:p>
        </p:txBody>
      </p:sp>
      <p:sp>
        <p:nvSpPr>
          <p:cNvPr id="5" name="Slide Number Placeholder 4">
            <a:extLst>
              <a:ext uri="{FF2B5EF4-FFF2-40B4-BE49-F238E27FC236}">
                <a16:creationId xmlns:a16="http://schemas.microsoft.com/office/drawing/2014/main" id="{A95B51B7-2D8E-5191-68C9-2F5648256659}"/>
              </a:ext>
            </a:extLst>
          </p:cNvPr>
          <p:cNvSpPr>
            <a:spLocks noGrp="1"/>
          </p:cNvSpPr>
          <p:nvPr>
            <p:ph type="sldNum" sz="quarter" idx="14"/>
          </p:nvPr>
        </p:nvSpPr>
        <p:spPr/>
        <p:txBody>
          <a:bodyPr/>
          <a:lstStyle/>
          <a:p>
            <a:fld id="{86CB4B4D-7CA3-9044-876B-883B54F8677D}" type="slidenum">
              <a:rPr lang="en-US" smtClean="0"/>
              <a:pPr/>
              <a:t>12</a:t>
            </a:fld>
            <a:endParaRPr lang="en-US"/>
          </a:p>
        </p:txBody>
      </p:sp>
      <p:sp>
        <p:nvSpPr>
          <p:cNvPr id="6" name="Title 5">
            <a:extLst>
              <a:ext uri="{FF2B5EF4-FFF2-40B4-BE49-F238E27FC236}">
                <a16:creationId xmlns:a16="http://schemas.microsoft.com/office/drawing/2014/main" id="{60AB0763-5491-B4A5-2868-B54C037567BB}"/>
              </a:ext>
            </a:extLst>
          </p:cNvPr>
          <p:cNvSpPr>
            <a:spLocks noGrp="1"/>
          </p:cNvSpPr>
          <p:nvPr>
            <p:ph type="title"/>
          </p:nvPr>
        </p:nvSpPr>
        <p:spPr/>
        <p:txBody>
          <a:bodyPr/>
          <a:lstStyle/>
          <a:p>
            <a:r>
              <a:rPr lang="en-US">
                <a:latin typeface="Inter"/>
                <a:cs typeface="Poppins SemiBold"/>
              </a:rPr>
              <a:t>Conclusion </a:t>
            </a:r>
            <a:endParaRPr lang="en-US"/>
          </a:p>
        </p:txBody>
      </p:sp>
      <p:sp>
        <p:nvSpPr>
          <p:cNvPr id="7" name="Rectangle 6">
            <a:extLst>
              <a:ext uri="{FF2B5EF4-FFF2-40B4-BE49-F238E27FC236}">
                <a16:creationId xmlns:a16="http://schemas.microsoft.com/office/drawing/2014/main" id="{3C802C05-F4BA-F602-B460-BA218B39A7D2}"/>
              </a:ext>
            </a:extLst>
          </p:cNvPr>
          <p:cNvSpPr/>
          <p:nvPr/>
        </p:nvSpPr>
        <p:spPr>
          <a:xfrm>
            <a:off x="14822975" y="9517488"/>
            <a:ext cx="5477925" cy="25916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9pPr>
          </a:lstStyle>
          <a:p>
            <a:r>
              <a:rPr lang="en-US" sz="2800" b="1">
                <a:solidFill>
                  <a:schemeClr val="bg2">
                    <a:lumMod val="49000"/>
                  </a:schemeClr>
                </a:solidFill>
                <a:latin typeface="Inter"/>
              </a:rPr>
              <a:t>Ultra-High Beta Stocks</a:t>
            </a:r>
            <a:endParaRPr lang="en-US" sz="2800">
              <a:solidFill>
                <a:schemeClr val="bg2">
                  <a:lumMod val="49000"/>
                </a:schemeClr>
              </a:solidFill>
              <a:latin typeface="Inter"/>
            </a:endParaRPr>
          </a:p>
          <a:p>
            <a:r>
              <a:rPr lang="en-US" b="1">
                <a:solidFill>
                  <a:schemeClr val="bg2">
                    <a:lumMod val="49000"/>
                  </a:schemeClr>
                </a:solidFill>
                <a:latin typeface="Inter"/>
              </a:rPr>
              <a:t>RSI </a:t>
            </a:r>
            <a:r>
              <a:rPr lang="en-US">
                <a:solidFill>
                  <a:schemeClr val="bg2">
                    <a:lumMod val="49000"/>
                  </a:schemeClr>
                </a:solidFill>
                <a:latin typeface="Inter"/>
              </a:rPr>
              <a:t>strategy, with wider bands to adjust for higher Beta volatility</a:t>
            </a:r>
          </a:p>
        </p:txBody>
      </p:sp>
      <p:sp>
        <p:nvSpPr>
          <p:cNvPr id="8" name="Rectangle 7">
            <a:extLst>
              <a:ext uri="{FF2B5EF4-FFF2-40B4-BE49-F238E27FC236}">
                <a16:creationId xmlns:a16="http://schemas.microsoft.com/office/drawing/2014/main" id="{090DA2B9-74B9-5B05-D864-07D346AEDAEF}"/>
              </a:ext>
            </a:extLst>
          </p:cNvPr>
          <p:cNvSpPr/>
          <p:nvPr/>
        </p:nvSpPr>
        <p:spPr>
          <a:xfrm>
            <a:off x="14823949" y="6511440"/>
            <a:ext cx="5477925" cy="257133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9pPr>
          </a:lstStyle>
          <a:p>
            <a:r>
              <a:rPr lang="en-US" sz="2800" b="1">
                <a:solidFill>
                  <a:schemeClr val="bg2">
                    <a:lumMod val="49000"/>
                  </a:schemeClr>
                </a:solidFill>
                <a:latin typeface="Inter"/>
              </a:rPr>
              <a:t>Medium/ High Beta Stocks</a:t>
            </a:r>
          </a:p>
          <a:p>
            <a:r>
              <a:rPr lang="en-US" b="1">
                <a:solidFill>
                  <a:schemeClr val="bg2">
                    <a:lumMod val="49000"/>
                  </a:schemeClr>
                </a:solidFill>
                <a:latin typeface="Inter"/>
              </a:rPr>
              <a:t>Stochastic </a:t>
            </a:r>
            <a:r>
              <a:rPr lang="en-US">
                <a:solidFill>
                  <a:schemeClr val="bg2">
                    <a:lumMod val="49000"/>
                  </a:schemeClr>
                </a:solidFill>
                <a:latin typeface="Inter"/>
              </a:rPr>
              <a:t>is more effective, </a:t>
            </a:r>
            <a:r>
              <a:rPr lang="en-US" b="1">
                <a:solidFill>
                  <a:schemeClr val="bg2">
                    <a:lumMod val="49000"/>
                  </a:schemeClr>
                </a:solidFill>
                <a:latin typeface="Inter"/>
              </a:rPr>
              <a:t> </a:t>
            </a:r>
            <a:r>
              <a:rPr lang="en-US">
                <a:solidFill>
                  <a:schemeClr val="bg2">
                    <a:lumMod val="49000"/>
                  </a:schemeClr>
                </a:solidFill>
                <a:latin typeface="Inter"/>
              </a:rPr>
              <a:t>driving higher returns and reducing risk</a:t>
            </a:r>
          </a:p>
        </p:txBody>
      </p:sp>
      <p:sp>
        <p:nvSpPr>
          <p:cNvPr id="9" name="Rectangle 8">
            <a:extLst>
              <a:ext uri="{FF2B5EF4-FFF2-40B4-BE49-F238E27FC236}">
                <a16:creationId xmlns:a16="http://schemas.microsoft.com/office/drawing/2014/main" id="{3DEB9B6E-F9F1-7756-F254-2334929D2D9A}"/>
              </a:ext>
            </a:extLst>
          </p:cNvPr>
          <p:cNvSpPr/>
          <p:nvPr/>
        </p:nvSpPr>
        <p:spPr>
          <a:xfrm>
            <a:off x="14824923" y="3678197"/>
            <a:ext cx="5477925" cy="230717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9pPr>
          </a:lstStyle>
          <a:p>
            <a:r>
              <a:rPr lang="en-US" sz="2800" b="1">
                <a:solidFill>
                  <a:schemeClr val="bg2">
                    <a:lumMod val="49000"/>
                  </a:schemeClr>
                </a:solidFill>
                <a:latin typeface="Inter"/>
                <a:ea typeface="Inter" panose="02000503000000020004" pitchFamily="2" charset="0"/>
              </a:rPr>
              <a:t>Low Beta Stocks</a:t>
            </a:r>
          </a:p>
          <a:p>
            <a:r>
              <a:rPr lang="en-US" b="1">
                <a:solidFill>
                  <a:schemeClr val="bg2">
                    <a:lumMod val="49000"/>
                  </a:schemeClr>
                </a:solidFill>
                <a:latin typeface="Inter"/>
                <a:ea typeface="Inter" panose="02000503000000020004" pitchFamily="2" charset="0"/>
                <a:cs typeface="+mn-lt"/>
              </a:rPr>
              <a:t>Stochastic </a:t>
            </a:r>
            <a:r>
              <a:rPr lang="en-US">
                <a:solidFill>
                  <a:schemeClr val="bg2">
                    <a:lumMod val="49000"/>
                  </a:schemeClr>
                </a:solidFill>
                <a:latin typeface="Inter"/>
                <a:ea typeface="Inter" panose="02000503000000020004" pitchFamily="2" charset="0"/>
                <a:cs typeface="+mn-lt"/>
              </a:rPr>
              <a:t>strategy is better, but it is much less pronounced, compared to Beta- adjusted RSI. Adjusted RSI may be more effective depending on the security. </a:t>
            </a:r>
          </a:p>
        </p:txBody>
      </p:sp>
      <p:sp>
        <p:nvSpPr>
          <p:cNvPr id="3" name="Content Placeholder 2">
            <a:extLst>
              <a:ext uri="{FF2B5EF4-FFF2-40B4-BE49-F238E27FC236}">
                <a16:creationId xmlns:a16="http://schemas.microsoft.com/office/drawing/2014/main" id="{4A9DF7C3-6CD4-299A-8FBF-A3AB34941D7A}"/>
              </a:ext>
            </a:extLst>
          </p:cNvPr>
          <p:cNvSpPr>
            <a:spLocks noGrp="1"/>
          </p:cNvSpPr>
          <p:nvPr/>
        </p:nvSpPr>
        <p:spPr>
          <a:xfrm>
            <a:off x="1856044" y="2877413"/>
            <a:ext cx="10340595" cy="10030449"/>
          </a:xfrm>
          <a:prstGeom prst="rect">
            <a:avLst/>
          </a:prstGeom>
          <a:ln>
            <a:solidFill>
              <a:schemeClr val="tx1"/>
            </a:solidFill>
          </a:ln>
        </p:spPr>
        <p:txBody>
          <a:bodyPr vert="horz" lIns="91440" tIns="45720" rIns="91440" bIns="45720" rtlCol="0" anchor="t">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latin typeface="Inter"/>
                <a:cs typeface="Arial"/>
              </a:rPr>
              <a:t>OVERVIEW</a:t>
            </a:r>
            <a:endParaRPr lang="en-US" b="1">
              <a:cs typeface="Arial"/>
            </a:endParaRPr>
          </a:p>
          <a:p>
            <a:r>
              <a:rPr lang="en-US" b="1">
                <a:latin typeface="Inter"/>
                <a:cs typeface="Arial"/>
              </a:rPr>
              <a:t>Unadjusted Oscillator performed better overall under all except incredibly high Beta groups </a:t>
            </a:r>
            <a:r>
              <a:rPr lang="en-US">
                <a:latin typeface="Inter"/>
                <a:cs typeface="Arial"/>
              </a:rPr>
              <a:t>(95% of S&amp;P 500). Meanwhile, very high Beta stocks performed better under adjusted RSI, but it is more erratic (excluded from regression). </a:t>
            </a:r>
            <a:endParaRPr lang="en-US">
              <a:cs typeface="Arial"/>
            </a:endParaRPr>
          </a:p>
          <a:p>
            <a:endParaRPr lang="en-US">
              <a:latin typeface="Inter"/>
              <a:cs typeface="Arial"/>
            </a:endParaRPr>
          </a:p>
          <a:p>
            <a:r>
              <a:rPr lang="en-US">
                <a:latin typeface="Inter"/>
                <a:cs typeface="Arial"/>
              </a:rPr>
              <a:t>Lower Beta stocks had similar returns with RSI  as with Stochastics, but it is statistically insignificant.  </a:t>
            </a:r>
            <a:endParaRPr lang="en-US">
              <a:cs typeface="Arial"/>
            </a:endParaRPr>
          </a:p>
          <a:p>
            <a:endParaRPr lang="en-US" b="1">
              <a:solidFill>
                <a:srgbClr val="000000"/>
              </a:solidFill>
              <a:latin typeface="Inter"/>
              <a:cs typeface="Arial"/>
            </a:endParaRPr>
          </a:p>
          <a:p>
            <a:r>
              <a:rPr lang="en-US" b="1">
                <a:solidFill>
                  <a:schemeClr val="bg2">
                    <a:lumMod val="49000"/>
                  </a:schemeClr>
                </a:solidFill>
                <a:latin typeface="Inter"/>
                <a:cs typeface="Arial"/>
              </a:rPr>
              <a:t>Beta-adjusted RSI did better than unadjusted</a:t>
            </a:r>
            <a:r>
              <a:rPr lang="en-US">
                <a:solidFill>
                  <a:schemeClr val="bg2">
                    <a:lumMod val="49000"/>
                  </a:schemeClr>
                </a:solidFill>
                <a:latin typeface="Inter"/>
                <a:cs typeface="Arial"/>
              </a:rPr>
              <a:t>, whereas the opposite is true for oscillators. </a:t>
            </a:r>
          </a:p>
          <a:p>
            <a:endParaRPr lang="en-US">
              <a:solidFill>
                <a:schemeClr val="bg2">
                  <a:lumMod val="49000"/>
                </a:schemeClr>
              </a:solidFill>
              <a:cs typeface="Arial"/>
            </a:endParaRPr>
          </a:p>
          <a:p>
            <a:r>
              <a:rPr lang="en-US" b="1">
                <a:solidFill>
                  <a:schemeClr val="bg2">
                    <a:lumMod val="49000"/>
                  </a:schemeClr>
                </a:solidFill>
                <a:latin typeface="Inter"/>
                <a:cs typeface="Arial"/>
              </a:rPr>
              <a:t>These methods are inefficient compared to buy and hold. </a:t>
            </a:r>
            <a:endParaRPr lang="en-US" b="1">
              <a:solidFill>
                <a:schemeClr val="bg2">
                  <a:lumMod val="49000"/>
                </a:schemeClr>
              </a:solidFill>
              <a:cs typeface="Arial"/>
            </a:endParaRPr>
          </a:p>
          <a:p>
            <a:pPr marL="0" indent="0">
              <a:buNone/>
            </a:pPr>
            <a:endParaRPr lang="en-US">
              <a:solidFill>
                <a:srgbClr val="000000"/>
              </a:solidFill>
              <a:cs typeface="Arial"/>
            </a:endParaRPr>
          </a:p>
          <a:p>
            <a:pPr marL="0" indent="0">
              <a:buNone/>
            </a:pPr>
            <a:endParaRPr lang="en-US">
              <a:cs typeface="Poppins"/>
            </a:endParaRPr>
          </a:p>
        </p:txBody>
      </p:sp>
    </p:spTree>
    <p:extLst>
      <p:ext uri="{BB962C8B-B14F-4D97-AF65-F5344CB8AC3E}">
        <p14:creationId xmlns:p14="http://schemas.microsoft.com/office/powerpoint/2010/main" val="2535897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04FE75-E03F-8ED0-F12C-EEE2C429FBD8}"/>
              </a:ext>
            </a:extLst>
          </p:cNvPr>
          <p:cNvSpPr txBox="1"/>
          <p:nvPr/>
        </p:nvSpPr>
        <p:spPr>
          <a:xfrm>
            <a:off x="10811739" y="7971602"/>
            <a:ext cx="2702396" cy="15696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9600">
                <a:solidFill>
                  <a:schemeClr val="bg1"/>
                </a:solidFill>
                <a:latin typeface="Trebuchet MS"/>
              </a:rPr>
              <a:t>Q&amp;A</a:t>
            </a:r>
          </a:p>
        </p:txBody>
      </p:sp>
    </p:spTree>
    <p:extLst>
      <p:ext uri="{BB962C8B-B14F-4D97-AF65-F5344CB8AC3E}">
        <p14:creationId xmlns:p14="http://schemas.microsoft.com/office/powerpoint/2010/main" val="259058363"/>
      </p:ext>
    </p:extLst>
  </p:cSld>
  <p:clrMapOvr>
    <a:masterClrMapping/>
  </p:clrMapOvr>
</p:sld>
</file>

<file path=ppt/theme/theme1.xml><?xml version="1.0" encoding="utf-8"?>
<a:theme xmlns:a="http://schemas.openxmlformats.org/drawingml/2006/main" name="Covers">
  <a:themeElements>
    <a:clrScheme name="Bonjoy Brand">
      <a:dk1>
        <a:srgbClr val="F5F5F6"/>
      </a:dk1>
      <a:lt1>
        <a:srgbClr val="667085"/>
      </a:lt1>
      <a:dk2>
        <a:srgbClr val="93969C"/>
      </a:dk2>
      <a:lt2>
        <a:srgbClr val="93969C"/>
      </a:lt2>
      <a:accent1>
        <a:srgbClr val="026994"/>
      </a:accent1>
      <a:accent2>
        <a:srgbClr val="0075A7"/>
      </a:accent2>
      <a:accent3>
        <a:srgbClr val="0075A7"/>
      </a:accent3>
      <a:accent4>
        <a:srgbClr val="0093CF"/>
      </a:accent4>
      <a:accent5>
        <a:srgbClr val="05B7F2"/>
      </a:accent5>
      <a:accent6>
        <a:srgbClr val="30CDFF"/>
      </a:accent6>
      <a:hlink>
        <a:srgbClr val="05B7F2"/>
      </a:hlink>
      <a:folHlink>
        <a:srgbClr val="05344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2025 TradersAtSMU Template" id="{8CB0D442-75FD-4C44-892B-3852F376C9F8}" vid="{00AE70A0-4A1F-C247-AB39-09BD0962EE3B}"/>
    </a:ext>
  </a:extLst>
</a:theme>
</file>

<file path=ppt/theme/theme2.xml><?xml version="1.0" encoding="utf-8"?>
<a:theme xmlns:a="http://schemas.openxmlformats.org/drawingml/2006/main" name="Conten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931399C6-1BE7-DC46-ADF7-8F94B3D304D6}"/>
    </a:ext>
  </a:extLst>
</a:theme>
</file>

<file path=ppt/theme/theme3.xml><?xml version="1.0" encoding="utf-8"?>
<a:theme xmlns:a="http://schemas.openxmlformats.org/drawingml/2006/main" name="Section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C0359CAB-40A0-EA4B-8F6D-950F4948605F}"/>
    </a:ext>
  </a:extLst>
</a:theme>
</file>

<file path=ppt/theme/theme4.xml><?xml version="1.0" encoding="utf-8"?>
<a:theme xmlns:a="http://schemas.openxmlformats.org/drawingml/2006/main" name="Clos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401B2189-6F5A-D547-9427-ACEB6E48A550}"/>
    </a:ext>
  </a:extLst>
</a:theme>
</file>

<file path=ppt/theme/theme5.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96a6368-7521-4ee3-8a8d-a1311be675ab" xsi:nil="true"/>
    <lcf76f155ced4ddcb4097134ff3c332f xmlns="6c9a0161-f457-41a4-b533-3bd003b535d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B6CB155FAA9D4B80B7B64B6B4FA188" ma:contentTypeVersion="12" ma:contentTypeDescription="Create a new document." ma:contentTypeScope="" ma:versionID="6dedcad094c6825a2d2265a3204ca033">
  <xsd:schema xmlns:xsd="http://www.w3.org/2001/XMLSchema" xmlns:xs="http://www.w3.org/2001/XMLSchema" xmlns:p="http://schemas.microsoft.com/office/2006/metadata/properties" xmlns:ns2="6c9a0161-f457-41a4-b533-3bd003b535df" xmlns:ns3="096a6368-7521-4ee3-8a8d-a1311be675ab" targetNamespace="http://schemas.microsoft.com/office/2006/metadata/properties" ma:root="true" ma:fieldsID="a3468b99455168ddc1284ddf0e7fed9d" ns2:_="" ns3:_="">
    <xsd:import namespace="6c9a0161-f457-41a4-b533-3bd003b535df"/>
    <xsd:import namespace="096a6368-7521-4ee3-8a8d-a1311be675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9a0161-f457-41a4-b533-3bd003b535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51a94d3-361c-4fb2-8e79-cb69b3aef04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6a6368-7521-4ee3-8a8d-a1311be675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0d937db-1fcf-48ac-96a0-f416ad14630a}" ma:internalName="TaxCatchAll" ma:showField="CatchAllData" ma:web="096a6368-7521-4ee3-8a8d-a1311be675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ADD460-6E7B-447D-965A-9247448391A5}">
  <ds:schemaRefs>
    <ds:schemaRef ds:uri="http://schemas.microsoft.com/sharepoint/v3/contenttype/forms"/>
  </ds:schemaRefs>
</ds:datastoreItem>
</file>

<file path=customXml/itemProps2.xml><?xml version="1.0" encoding="utf-8"?>
<ds:datastoreItem xmlns:ds="http://schemas.openxmlformats.org/officeDocument/2006/customXml" ds:itemID="{5579851F-D594-4436-AA2A-42EDEC9C9E16}">
  <ds:schemaRefs>
    <ds:schemaRef ds:uri="096a6368-7521-4ee3-8a8d-a1311be675ab"/>
    <ds:schemaRef ds:uri="6c9a0161-f457-41a4-b533-3bd003b535d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BDA7368-A5EA-47DC-80E1-7E5D350EE727}">
  <ds:schemaRefs>
    <ds:schemaRef ds:uri="096a6368-7521-4ee3-8a8d-a1311be675ab"/>
    <ds:schemaRef ds:uri="6c9a0161-f457-41a4-b533-3bd003b535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Covers</Template>
  <Application>Microsoft Office PowerPoint</Application>
  <PresentationFormat>Custom</PresentationFormat>
  <Slides>13</Slides>
  <Notes>0</Notes>
  <HiddenSlides>0</HiddenSlides>
  <ScaleCrop>false</ScaleCrop>
  <HeadingPairs>
    <vt:vector size="4" baseType="variant">
      <vt:variant>
        <vt:lpstr>Theme</vt:lpstr>
      </vt:variant>
      <vt:variant>
        <vt:i4>4</vt:i4>
      </vt:variant>
      <vt:variant>
        <vt:lpstr>Slide Titles</vt:lpstr>
      </vt:variant>
      <vt:variant>
        <vt:i4>13</vt:i4>
      </vt:variant>
    </vt:vector>
  </HeadingPairs>
  <TitlesOfParts>
    <vt:vector size="17" baseType="lpstr">
      <vt:lpstr>Covers</vt:lpstr>
      <vt:lpstr>Content</vt:lpstr>
      <vt:lpstr>Sections</vt:lpstr>
      <vt:lpstr>Closing</vt:lpstr>
      <vt:lpstr>RSI vs Stochastic Oscillator</vt:lpstr>
      <vt:lpstr>Our Team</vt:lpstr>
      <vt:lpstr>Intro: RSI vs. Stochastic Oscillator Strategies</vt:lpstr>
      <vt:lpstr>Metrics and Picking Stocks</vt:lpstr>
      <vt:lpstr>Optimization</vt:lpstr>
      <vt:lpstr>Backtesting Methodology</vt:lpstr>
      <vt:lpstr>Calculations</vt:lpstr>
      <vt:lpstr>Statistical Analysis Methods</vt:lpstr>
      <vt:lpstr>Results</vt:lpstr>
      <vt:lpstr>Error Analysis</vt:lpstr>
      <vt:lpstr>Potential Next Steps</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Gutierrez, Miguel</dc:creator>
  <cp:revision>1</cp:revision>
  <dcterms:created xsi:type="dcterms:W3CDTF">2025-04-28T21:31:32Z</dcterms:created>
  <dcterms:modified xsi:type="dcterms:W3CDTF">2025-04-30T20:50:25Z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0x0101000FB6CB155FAA9D4B80B7B64B6B4FA188</vt:lpwstr>
  </property>
  <property fmtid="{D5CDD505-2E9C-101B-9397-08002B2CF9AE}" pid="3" name="MediaServiceImageTags">
    <vt:lpwstr/>
  </property>
</Properties>
</file>